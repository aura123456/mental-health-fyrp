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 id="2147483736" r:id="rId2"/>
    <p:sldMasterId id="2147483739" r:id="rId3"/>
    <p:sldMasterId id="2147483754" r:id="rId4"/>
    <p:sldMasterId id="2147483767" r:id="rId5"/>
    <p:sldMasterId id="2147483769" r:id="rId6"/>
  </p:sldMasterIdLst>
  <p:notesMasterIdLst>
    <p:notesMasterId r:id="rId42"/>
  </p:notesMasterIdLst>
  <p:sldIdLst>
    <p:sldId id="256" r:id="rId7"/>
    <p:sldId id="257" r:id="rId8"/>
    <p:sldId id="258" r:id="rId9"/>
    <p:sldId id="265" r:id="rId10"/>
    <p:sldId id="259" r:id="rId11"/>
    <p:sldId id="275" r:id="rId12"/>
    <p:sldId id="267" r:id="rId13"/>
    <p:sldId id="276" r:id="rId14"/>
    <p:sldId id="295" r:id="rId15"/>
    <p:sldId id="297" r:id="rId16"/>
    <p:sldId id="273" r:id="rId17"/>
    <p:sldId id="298" r:id="rId18"/>
    <p:sldId id="299" r:id="rId19"/>
    <p:sldId id="269" r:id="rId20"/>
    <p:sldId id="296" r:id="rId21"/>
    <p:sldId id="270" r:id="rId22"/>
    <p:sldId id="280" r:id="rId23"/>
    <p:sldId id="277" r:id="rId24"/>
    <p:sldId id="278" r:id="rId25"/>
    <p:sldId id="279" r:id="rId26"/>
    <p:sldId id="281" r:id="rId27"/>
    <p:sldId id="282" r:id="rId28"/>
    <p:sldId id="283" r:id="rId29"/>
    <p:sldId id="284" r:id="rId30"/>
    <p:sldId id="286" r:id="rId31"/>
    <p:sldId id="287" r:id="rId32"/>
    <p:sldId id="289" r:id="rId33"/>
    <p:sldId id="290" r:id="rId34"/>
    <p:sldId id="291" r:id="rId35"/>
    <p:sldId id="292" r:id="rId36"/>
    <p:sldId id="293" r:id="rId37"/>
    <p:sldId id="271" r:id="rId38"/>
    <p:sldId id="294" r:id="rId39"/>
    <p:sldId id="264" r:id="rId40"/>
    <p:sldId id="263" r:id="rId41"/>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E0F0442C-2FB1-4A64-9ED0-5ED0E5F11296}" type="datetimeFigureOut">
              <a:rPr lang="en-IN" smtClean="0"/>
              <a:t>27-05-2026</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D2CDAEB-C914-41FB-BEED-34C34DB2DC9B}" type="slidenum">
              <a:rPr lang="en-IN" smtClean="0"/>
              <a:t>‹#›</a:t>
            </a:fld>
            <a:endParaRPr lang="en-IN"/>
          </a:p>
        </p:txBody>
      </p:sp>
    </p:spTree>
    <p:extLst>
      <p:ext uri="{BB962C8B-B14F-4D97-AF65-F5344CB8AC3E}">
        <p14:creationId xmlns:p14="http://schemas.microsoft.com/office/powerpoint/2010/main" val="105635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2CDAEB-C914-41FB-BEED-34C34DB2DC9B}" type="slidenum">
              <a:rPr lang="en-IN" smtClean="0"/>
              <a:t>2</a:t>
            </a:fld>
            <a:endParaRPr lang="en-IN"/>
          </a:p>
        </p:txBody>
      </p:sp>
    </p:spTree>
    <p:extLst>
      <p:ext uri="{BB962C8B-B14F-4D97-AF65-F5344CB8AC3E}">
        <p14:creationId xmlns:p14="http://schemas.microsoft.com/office/powerpoint/2010/main" val="4156402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2CDAEB-C914-41FB-BEED-34C34DB2DC9B}" type="slidenum">
              <a:rPr lang="en-IN" smtClean="0"/>
              <a:t>11</a:t>
            </a:fld>
            <a:endParaRPr lang="en-IN"/>
          </a:p>
        </p:txBody>
      </p:sp>
    </p:spTree>
    <p:extLst>
      <p:ext uri="{BB962C8B-B14F-4D97-AF65-F5344CB8AC3E}">
        <p14:creationId xmlns:p14="http://schemas.microsoft.com/office/powerpoint/2010/main" val="2549291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17</a:t>
            </a:fld>
            <a:endParaRPr lang="en-IN"/>
          </a:p>
        </p:txBody>
      </p:sp>
    </p:spTree>
    <p:extLst>
      <p:ext uri="{BB962C8B-B14F-4D97-AF65-F5344CB8AC3E}">
        <p14:creationId xmlns:p14="http://schemas.microsoft.com/office/powerpoint/2010/main" val="1381159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21</a:t>
            </a:fld>
            <a:endParaRPr lang="en-IN"/>
          </a:p>
        </p:txBody>
      </p:sp>
    </p:spTree>
    <p:extLst>
      <p:ext uri="{BB962C8B-B14F-4D97-AF65-F5344CB8AC3E}">
        <p14:creationId xmlns:p14="http://schemas.microsoft.com/office/powerpoint/2010/main" val="25788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22</a:t>
            </a:fld>
            <a:endParaRPr lang="en-IN"/>
          </a:p>
        </p:txBody>
      </p:sp>
    </p:spTree>
    <p:extLst>
      <p:ext uri="{BB962C8B-B14F-4D97-AF65-F5344CB8AC3E}">
        <p14:creationId xmlns:p14="http://schemas.microsoft.com/office/powerpoint/2010/main" val="741633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23</a:t>
            </a:fld>
            <a:endParaRPr lang="en-IN"/>
          </a:p>
        </p:txBody>
      </p:sp>
    </p:spTree>
    <p:extLst>
      <p:ext uri="{BB962C8B-B14F-4D97-AF65-F5344CB8AC3E}">
        <p14:creationId xmlns:p14="http://schemas.microsoft.com/office/powerpoint/2010/main" val="4280733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24</a:t>
            </a:fld>
            <a:endParaRPr lang="en-IN"/>
          </a:p>
        </p:txBody>
      </p:sp>
    </p:spTree>
    <p:extLst>
      <p:ext uri="{BB962C8B-B14F-4D97-AF65-F5344CB8AC3E}">
        <p14:creationId xmlns:p14="http://schemas.microsoft.com/office/powerpoint/2010/main" val="2756467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25</a:t>
            </a:fld>
            <a:endParaRPr lang="en-IN"/>
          </a:p>
        </p:txBody>
      </p:sp>
    </p:spTree>
    <p:extLst>
      <p:ext uri="{BB962C8B-B14F-4D97-AF65-F5344CB8AC3E}">
        <p14:creationId xmlns:p14="http://schemas.microsoft.com/office/powerpoint/2010/main" val="4075516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26</a:t>
            </a:fld>
            <a:endParaRPr lang="en-IN"/>
          </a:p>
        </p:txBody>
      </p:sp>
    </p:spTree>
    <p:extLst>
      <p:ext uri="{BB962C8B-B14F-4D97-AF65-F5344CB8AC3E}">
        <p14:creationId xmlns:p14="http://schemas.microsoft.com/office/powerpoint/2010/main" val="2382806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27</a:t>
            </a:fld>
            <a:endParaRPr lang="en-IN"/>
          </a:p>
        </p:txBody>
      </p:sp>
    </p:spTree>
    <p:extLst>
      <p:ext uri="{BB962C8B-B14F-4D97-AF65-F5344CB8AC3E}">
        <p14:creationId xmlns:p14="http://schemas.microsoft.com/office/powerpoint/2010/main" val="2424377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28</a:t>
            </a:fld>
            <a:endParaRPr lang="en-IN"/>
          </a:p>
        </p:txBody>
      </p:sp>
    </p:spTree>
    <p:extLst>
      <p:ext uri="{BB962C8B-B14F-4D97-AF65-F5344CB8AC3E}">
        <p14:creationId xmlns:p14="http://schemas.microsoft.com/office/powerpoint/2010/main" val="3186386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29</a:t>
            </a:fld>
            <a:endParaRPr lang="en-IN"/>
          </a:p>
        </p:txBody>
      </p:sp>
    </p:spTree>
    <p:extLst>
      <p:ext uri="{BB962C8B-B14F-4D97-AF65-F5344CB8AC3E}">
        <p14:creationId xmlns:p14="http://schemas.microsoft.com/office/powerpoint/2010/main" val="2192908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30</a:t>
            </a:fld>
            <a:endParaRPr lang="en-IN"/>
          </a:p>
        </p:txBody>
      </p:sp>
    </p:spTree>
    <p:extLst>
      <p:ext uri="{BB962C8B-B14F-4D97-AF65-F5344CB8AC3E}">
        <p14:creationId xmlns:p14="http://schemas.microsoft.com/office/powerpoint/2010/main" val="2223569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2CDAEB-C914-41FB-BEED-34C34DB2DC9B}" type="slidenum">
              <a:rPr lang="en-IN" smtClean="0"/>
              <a:t>31</a:t>
            </a:fld>
            <a:endParaRPr lang="en-IN"/>
          </a:p>
        </p:txBody>
      </p:sp>
    </p:spTree>
    <p:extLst>
      <p:ext uri="{BB962C8B-B14F-4D97-AF65-F5344CB8AC3E}">
        <p14:creationId xmlns:p14="http://schemas.microsoft.com/office/powerpoint/2010/main" val="32834439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9.png"/><Relationship Id="rId4"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bit.ly/2Tynxth"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hyperlink" Target="https://www.presentationgo.com/" TargetMode="External"/><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0;p2"/>
          <p:cNvGrpSpPr/>
          <p:nvPr/>
        </p:nvGrpSpPr>
        <p:grpSpPr>
          <a:xfrm>
            <a:off x="0" y="-11"/>
            <a:ext cx="9144003" cy="5143511"/>
            <a:chOff x="0" y="-11"/>
            <a:chExt cx="9144003" cy="5143511"/>
          </a:xfrm>
        </p:grpSpPr>
        <p:pic>
          <p:nvPicPr>
            <p:cNvPr id="11" name="Google Shape;11;p2"/>
            <p:cNvPicPr preferRelativeResize="0"/>
            <p:nvPr/>
          </p:nvPicPr>
          <p:blipFill>
            <a:blip r:embed="rId3" cstate="print">
              <a:alphaModFix amt="40000"/>
            </a:blip>
            <a:stretch>
              <a:fillRect/>
            </a:stretch>
          </p:blipFill>
          <p:spPr>
            <a:xfrm>
              <a:off x="0" y="-11"/>
              <a:ext cx="9144003" cy="2397622"/>
            </a:xfrm>
            <a:prstGeom prst="rect">
              <a:avLst/>
            </a:prstGeom>
            <a:noFill/>
            <a:ln>
              <a:noFill/>
            </a:ln>
          </p:spPr>
        </p:pic>
        <p:pic>
          <p:nvPicPr>
            <p:cNvPr id="12" name="Google Shape;12;p2"/>
            <p:cNvPicPr preferRelativeResize="0"/>
            <p:nvPr/>
          </p:nvPicPr>
          <p:blipFill>
            <a:blip r:embed="rId4" cstate="print">
              <a:alphaModFix amt="48000"/>
            </a:blip>
            <a:stretch>
              <a:fillRect/>
            </a:stretch>
          </p:blipFill>
          <p:spPr>
            <a:xfrm>
              <a:off x="8" y="0"/>
              <a:ext cx="7717135" cy="5143501"/>
            </a:xfrm>
            <a:prstGeom prst="rect">
              <a:avLst/>
            </a:prstGeom>
            <a:noFill/>
            <a:ln>
              <a:noFill/>
            </a:ln>
          </p:spPr>
        </p:pic>
      </p:grpSp>
      <p:sp>
        <p:nvSpPr>
          <p:cNvPr id="13" name="Google Shape;13;p2"/>
          <p:cNvSpPr txBox="1">
            <a:spLocks noGrp="1"/>
          </p:cNvSpPr>
          <p:nvPr>
            <p:ph type="ctrTitle"/>
          </p:nvPr>
        </p:nvSpPr>
        <p:spPr>
          <a:xfrm>
            <a:off x="1669825" y="1238850"/>
            <a:ext cx="5804400" cy="18819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SzPts val="5200"/>
              <a:buNone/>
              <a:defRPr sz="4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14" name="Google Shape;14;p2"/>
          <p:cNvSpPr txBox="1">
            <a:spLocks noGrp="1"/>
          </p:cNvSpPr>
          <p:nvPr>
            <p:ph type="subTitle" idx="1"/>
          </p:nvPr>
        </p:nvSpPr>
        <p:spPr>
          <a:xfrm>
            <a:off x="2392500" y="3504354"/>
            <a:ext cx="4359000" cy="40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pic>
        <p:nvPicPr>
          <p:cNvPr id="16" name="Google Shape;16;p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 name="Google Shape;17;p3"/>
          <p:cNvPicPr preferRelativeResize="0"/>
          <p:nvPr/>
        </p:nvPicPr>
        <p:blipFill>
          <a:blip r:embed="rId3" cstate="print">
            <a:alphaModFix amt="30000"/>
          </a:blip>
          <a:stretch>
            <a:fillRect/>
          </a:stretch>
        </p:blipFill>
        <p:spPr>
          <a:xfrm>
            <a:off x="0" y="-431300"/>
            <a:ext cx="9144003" cy="6098975"/>
          </a:xfrm>
          <a:prstGeom prst="rect">
            <a:avLst/>
          </a:prstGeom>
          <a:noFill/>
          <a:ln>
            <a:noFill/>
          </a:ln>
        </p:spPr>
      </p:pic>
      <p:sp>
        <p:nvSpPr>
          <p:cNvPr id="18" name="Google Shape;18;p3"/>
          <p:cNvSpPr txBox="1">
            <a:spLocks noGrp="1"/>
          </p:cNvSpPr>
          <p:nvPr>
            <p:ph type="title"/>
          </p:nvPr>
        </p:nvSpPr>
        <p:spPr>
          <a:xfrm>
            <a:off x="3187850" y="2102909"/>
            <a:ext cx="27684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 name="Google Shape;19;p3"/>
          <p:cNvSpPr txBox="1">
            <a:spLocks noGrp="1"/>
          </p:cNvSpPr>
          <p:nvPr>
            <p:ph type="title" idx="2" hasCustomPrompt="1"/>
          </p:nvPr>
        </p:nvSpPr>
        <p:spPr>
          <a:xfrm>
            <a:off x="3187800" y="929450"/>
            <a:ext cx="27684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3187850" y="3475316"/>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pic>
        <p:nvPicPr>
          <p:cNvPr id="25" name="Google Shape;25;p4"/>
          <p:cNvPicPr preferRelativeResize="0"/>
          <p:nvPr/>
        </p:nvPicPr>
        <p:blipFill>
          <a:blip r:embed="rId3" cstate="print">
            <a:alphaModFix amt="30000"/>
          </a:blip>
          <a:stretch>
            <a:fillRect/>
          </a:stretch>
        </p:blipFill>
        <p:spPr>
          <a:xfrm rot="-6080572">
            <a:off x="7357825" y="-650032"/>
            <a:ext cx="1859881" cy="20260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pic>
        <p:nvPicPr>
          <p:cNvPr id="27" name="Google Shape;27;p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8;p5"/>
          <p:cNvGrpSpPr/>
          <p:nvPr/>
        </p:nvGrpSpPr>
        <p:grpSpPr>
          <a:xfrm>
            <a:off x="-2736154" y="-2532646"/>
            <a:ext cx="9665434" cy="12031040"/>
            <a:chOff x="-2736154" y="-2532646"/>
            <a:chExt cx="9665434" cy="12031040"/>
          </a:xfrm>
        </p:grpSpPr>
        <p:pic>
          <p:nvPicPr>
            <p:cNvPr id="29" name="Google Shape;29;p5"/>
            <p:cNvPicPr preferRelativeResize="0"/>
            <p:nvPr/>
          </p:nvPicPr>
          <p:blipFill>
            <a:blip r:embed="rId3" cstate="print">
              <a:alphaModFix/>
            </a:blip>
            <a:stretch>
              <a:fillRect/>
            </a:stretch>
          </p:blipFill>
          <p:spPr>
            <a:xfrm rot="6384532">
              <a:off x="-1809626" y="-2542696"/>
              <a:ext cx="3232319" cy="4349425"/>
            </a:xfrm>
            <a:prstGeom prst="rect">
              <a:avLst/>
            </a:prstGeom>
            <a:noFill/>
            <a:ln>
              <a:noFill/>
            </a:ln>
          </p:spPr>
        </p:pic>
        <p:pic>
          <p:nvPicPr>
            <p:cNvPr id="30" name="Google Shape;30;p5"/>
            <p:cNvPicPr preferRelativeResize="0"/>
            <p:nvPr/>
          </p:nvPicPr>
          <p:blipFill>
            <a:blip r:embed="rId4" cstate="print">
              <a:alphaModFix amt="18000"/>
            </a:blip>
            <a:stretch>
              <a:fillRect/>
            </a:stretch>
          </p:blipFill>
          <p:spPr>
            <a:xfrm rot="10799995">
              <a:off x="2645630" y="2857270"/>
              <a:ext cx="4283650" cy="6641121"/>
            </a:xfrm>
            <a:prstGeom prst="rect">
              <a:avLst/>
            </a:prstGeom>
            <a:noFill/>
            <a:ln>
              <a:noFill/>
            </a:ln>
          </p:spPr>
        </p:pic>
      </p:grpSp>
      <p:sp>
        <p:nvSpPr>
          <p:cNvPr id="31" name="Google Shape;31;p5"/>
          <p:cNvSpPr txBox="1">
            <a:spLocks noGrp="1"/>
          </p:cNvSpPr>
          <p:nvPr>
            <p:ph type="subTitle" idx="1"/>
          </p:nvPr>
        </p:nvSpPr>
        <p:spPr>
          <a:xfrm>
            <a:off x="1290763" y="2337704"/>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2" name="Google Shape;32;p5"/>
          <p:cNvSpPr txBox="1">
            <a:spLocks noGrp="1"/>
          </p:cNvSpPr>
          <p:nvPr>
            <p:ph type="subTitle" idx="2"/>
          </p:nvPr>
        </p:nvSpPr>
        <p:spPr>
          <a:xfrm>
            <a:off x="4945638" y="2337688"/>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33" name="Google Shape;33;p5"/>
          <p:cNvSpPr txBox="1">
            <a:spLocks noGrp="1"/>
          </p:cNvSpPr>
          <p:nvPr>
            <p:ph type="subTitle" idx="3"/>
          </p:nvPr>
        </p:nvSpPr>
        <p:spPr>
          <a:xfrm>
            <a:off x="1290775"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 name="Google Shape;34;p5"/>
          <p:cNvSpPr txBox="1">
            <a:spLocks noGrp="1"/>
          </p:cNvSpPr>
          <p:nvPr>
            <p:ph type="subTitle" idx="4"/>
          </p:nvPr>
        </p:nvSpPr>
        <p:spPr>
          <a:xfrm>
            <a:off x="4945650" y="3246600"/>
            <a:ext cx="2907600" cy="12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 name="Google Shape;35;p5"/>
          <p:cNvSpPr txBox="1">
            <a:spLocks noGrp="1"/>
          </p:cNvSpPr>
          <p:nvPr>
            <p:ph type="title"/>
          </p:nvPr>
        </p:nvSpPr>
        <p:spPr>
          <a:xfrm>
            <a:off x="71510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pic>
        <p:nvPicPr>
          <p:cNvPr id="37" name="Google Shape;37;p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8" name="Google Shape;38;p6"/>
          <p:cNvSpPr txBox="1">
            <a:spLocks noGrp="1"/>
          </p:cNvSpPr>
          <p:nvPr>
            <p:ph type="title"/>
          </p:nvPr>
        </p:nvSpPr>
        <p:spPr>
          <a:xfrm>
            <a:off x="715100" y="535000"/>
            <a:ext cx="77112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2" name="Google Shape;39;p6"/>
          <p:cNvGrpSpPr/>
          <p:nvPr/>
        </p:nvGrpSpPr>
        <p:grpSpPr>
          <a:xfrm>
            <a:off x="50600" y="-1177774"/>
            <a:ext cx="9637306" cy="2466454"/>
            <a:chOff x="50600" y="-1177774"/>
            <a:chExt cx="9637306" cy="2466454"/>
          </a:xfrm>
        </p:grpSpPr>
        <p:pic>
          <p:nvPicPr>
            <p:cNvPr id="40" name="Google Shape;40;p6"/>
            <p:cNvPicPr preferRelativeResize="0"/>
            <p:nvPr/>
          </p:nvPicPr>
          <p:blipFill>
            <a:blip r:embed="rId3" cstate="print">
              <a:alphaModFix amt="29000"/>
            </a:blip>
            <a:stretch>
              <a:fillRect/>
            </a:stretch>
          </p:blipFill>
          <p:spPr>
            <a:xfrm>
              <a:off x="50600" y="-1177774"/>
              <a:ext cx="2253752" cy="2225150"/>
            </a:xfrm>
            <a:prstGeom prst="rect">
              <a:avLst/>
            </a:prstGeom>
            <a:noFill/>
            <a:ln>
              <a:noFill/>
            </a:ln>
          </p:spPr>
        </p:pic>
        <p:pic>
          <p:nvPicPr>
            <p:cNvPr id="41" name="Google Shape;41;p6"/>
            <p:cNvPicPr preferRelativeResize="0"/>
            <p:nvPr/>
          </p:nvPicPr>
          <p:blipFill>
            <a:blip r:embed="rId4" cstate="print">
              <a:alphaModFix amt="26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pic>
        <p:nvPicPr>
          <p:cNvPr id="43" name="Google Shape;43;p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44" name="Google Shape;44;p7"/>
          <p:cNvPicPr preferRelativeResize="0"/>
          <p:nvPr/>
        </p:nvPicPr>
        <p:blipFill>
          <a:blip r:embed="rId3" cstate="print">
            <a:alphaModFix amt="40000"/>
          </a:blip>
          <a:stretch>
            <a:fillRect/>
          </a:stretch>
        </p:blipFill>
        <p:spPr>
          <a:xfrm rot="10800000" flipH="1">
            <a:off x="0" y="2745889"/>
            <a:ext cx="9144003" cy="2397622"/>
          </a:xfrm>
          <a:prstGeom prst="rect">
            <a:avLst/>
          </a:prstGeom>
          <a:noFill/>
          <a:ln>
            <a:noFill/>
          </a:ln>
        </p:spPr>
      </p:pic>
      <p:sp>
        <p:nvSpPr>
          <p:cNvPr id="45" name="Google Shape;45;p7"/>
          <p:cNvSpPr txBox="1">
            <a:spLocks noGrp="1"/>
          </p:cNvSpPr>
          <p:nvPr>
            <p:ph type="title"/>
          </p:nvPr>
        </p:nvSpPr>
        <p:spPr>
          <a:xfrm>
            <a:off x="715100" y="535000"/>
            <a:ext cx="77136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6" name="Google Shape;46;p7"/>
          <p:cNvSpPr txBox="1">
            <a:spLocks noGrp="1"/>
          </p:cNvSpPr>
          <p:nvPr>
            <p:ph type="body" idx="1"/>
          </p:nvPr>
        </p:nvSpPr>
        <p:spPr>
          <a:xfrm>
            <a:off x="720000" y="1554150"/>
            <a:ext cx="4401600" cy="30543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191919"/>
              </a:buClr>
              <a:buSzPts val="1200"/>
              <a:buFont typeface="Anaheim"/>
              <a:buChar char="●"/>
              <a:defRPr sz="1400">
                <a:solidFill>
                  <a:srgbClr val="434343"/>
                </a:solidFill>
              </a:defRPr>
            </a:lvl1pPr>
            <a:lvl2pPr marL="914400" lvl="1" indent="-317500" rtl="0">
              <a:lnSpc>
                <a:spcPct val="115000"/>
              </a:lnSpc>
              <a:spcBef>
                <a:spcPts val="0"/>
              </a:spcBef>
              <a:spcAft>
                <a:spcPts val="0"/>
              </a:spcAft>
              <a:buClr>
                <a:srgbClr val="191919"/>
              </a:buClr>
              <a:buSzPts val="1400"/>
              <a:buFont typeface="Anaheim"/>
              <a:buChar char="○"/>
              <a:defRPr>
                <a:solidFill>
                  <a:srgbClr val="434343"/>
                </a:solidFill>
              </a:defRPr>
            </a:lvl2pPr>
            <a:lvl3pPr marL="1371600" lvl="2" indent="-317500" rtl="0">
              <a:lnSpc>
                <a:spcPct val="115000"/>
              </a:lnSpc>
              <a:spcBef>
                <a:spcPts val="0"/>
              </a:spcBef>
              <a:spcAft>
                <a:spcPts val="0"/>
              </a:spcAft>
              <a:buClr>
                <a:srgbClr val="191919"/>
              </a:buClr>
              <a:buSzPts val="1400"/>
              <a:buFont typeface="Anaheim"/>
              <a:buChar char="■"/>
              <a:defRPr>
                <a:solidFill>
                  <a:srgbClr val="434343"/>
                </a:solidFill>
              </a:defRPr>
            </a:lvl3pPr>
            <a:lvl4pPr marL="1828800" lvl="3" indent="-317500" rtl="0">
              <a:lnSpc>
                <a:spcPct val="115000"/>
              </a:lnSpc>
              <a:spcBef>
                <a:spcPts val="0"/>
              </a:spcBef>
              <a:spcAft>
                <a:spcPts val="0"/>
              </a:spcAft>
              <a:buClr>
                <a:srgbClr val="191919"/>
              </a:buClr>
              <a:buSzPts val="1400"/>
              <a:buFont typeface="Anaheim"/>
              <a:buChar char="●"/>
              <a:defRPr>
                <a:solidFill>
                  <a:srgbClr val="434343"/>
                </a:solidFill>
              </a:defRPr>
            </a:lvl4pPr>
            <a:lvl5pPr marL="2286000" lvl="4" indent="-317500" rtl="0">
              <a:lnSpc>
                <a:spcPct val="115000"/>
              </a:lnSpc>
              <a:spcBef>
                <a:spcPts val="0"/>
              </a:spcBef>
              <a:spcAft>
                <a:spcPts val="0"/>
              </a:spcAft>
              <a:buClr>
                <a:srgbClr val="191919"/>
              </a:buClr>
              <a:buSzPts val="1400"/>
              <a:buFont typeface="Anaheim"/>
              <a:buChar char="○"/>
              <a:defRPr>
                <a:solidFill>
                  <a:srgbClr val="434343"/>
                </a:solidFill>
              </a:defRPr>
            </a:lvl5pPr>
            <a:lvl6pPr marL="2743200" lvl="5" indent="-317500" rtl="0">
              <a:lnSpc>
                <a:spcPct val="115000"/>
              </a:lnSpc>
              <a:spcBef>
                <a:spcPts val="0"/>
              </a:spcBef>
              <a:spcAft>
                <a:spcPts val="0"/>
              </a:spcAft>
              <a:buClr>
                <a:srgbClr val="191919"/>
              </a:buClr>
              <a:buSzPts val="1400"/>
              <a:buFont typeface="Anaheim"/>
              <a:buChar char="■"/>
              <a:defRPr>
                <a:solidFill>
                  <a:srgbClr val="434343"/>
                </a:solidFill>
              </a:defRPr>
            </a:lvl6pPr>
            <a:lvl7pPr marL="3200400" lvl="6" indent="-317500" rtl="0">
              <a:lnSpc>
                <a:spcPct val="115000"/>
              </a:lnSpc>
              <a:spcBef>
                <a:spcPts val="0"/>
              </a:spcBef>
              <a:spcAft>
                <a:spcPts val="0"/>
              </a:spcAft>
              <a:buClr>
                <a:srgbClr val="191919"/>
              </a:buClr>
              <a:buSzPts val="1400"/>
              <a:buFont typeface="Anaheim"/>
              <a:buChar char="●"/>
              <a:defRPr>
                <a:solidFill>
                  <a:srgbClr val="434343"/>
                </a:solidFill>
              </a:defRPr>
            </a:lvl7pPr>
            <a:lvl8pPr marL="3657600" lvl="7" indent="-317500" rtl="0">
              <a:lnSpc>
                <a:spcPct val="115000"/>
              </a:lnSpc>
              <a:spcBef>
                <a:spcPts val="0"/>
              </a:spcBef>
              <a:spcAft>
                <a:spcPts val="0"/>
              </a:spcAft>
              <a:buClr>
                <a:srgbClr val="191919"/>
              </a:buClr>
              <a:buSzPts val="1400"/>
              <a:buFont typeface="Anaheim"/>
              <a:buChar char="○"/>
              <a:defRPr>
                <a:solidFill>
                  <a:srgbClr val="434343"/>
                </a:solidFill>
              </a:defRPr>
            </a:lvl8pPr>
            <a:lvl9pPr marL="4114800" lvl="8" indent="-317500" rtl="0">
              <a:lnSpc>
                <a:spcPct val="115000"/>
              </a:lnSpc>
              <a:spcBef>
                <a:spcPts val="0"/>
              </a:spcBef>
              <a:spcAft>
                <a:spcPts val="0"/>
              </a:spcAft>
              <a:buClr>
                <a:srgbClr val="191919"/>
              </a:buClr>
              <a:buSzPts val="1400"/>
              <a:buFont typeface="Anaheim"/>
              <a:buChar char="■"/>
              <a:defRPr>
                <a:solidFill>
                  <a:srgbClr val="434343"/>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7"/>
        <p:cNvGrpSpPr/>
        <p:nvPr/>
      </p:nvGrpSpPr>
      <p:grpSpPr>
        <a:xfrm>
          <a:off x="0" y="0"/>
          <a:ext cx="0" cy="0"/>
          <a:chOff x="0" y="0"/>
          <a:chExt cx="0" cy="0"/>
        </a:xfrm>
      </p:grpSpPr>
      <p:pic>
        <p:nvPicPr>
          <p:cNvPr id="48" name="Google Shape;48;p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49;p8"/>
          <p:cNvGrpSpPr/>
          <p:nvPr/>
        </p:nvGrpSpPr>
        <p:grpSpPr>
          <a:xfrm>
            <a:off x="-1326274" y="222183"/>
            <a:ext cx="11453645" cy="6483616"/>
            <a:chOff x="-1326274" y="222183"/>
            <a:chExt cx="11453645" cy="6483616"/>
          </a:xfrm>
        </p:grpSpPr>
        <p:pic>
          <p:nvPicPr>
            <p:cNvPr id="50" name="Google Shape;50;p8"/>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51" name="Google Shape;51;p8"/>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52" name="Google Shape;52;p8"/>
            <p:cNvPicPr preferRelativeResize="0"/>
            <p:nvPr/>
          </p:nvPicPr>
          <p:blipFill>
            <a:blip r:embed="rId5" cstate="print">
              <a:alphaModFix/>
            </a:blip>
            <a:stretch>
              <a:fillRect/>
            </a:stretch>
          </p:blipFill>
          <p:spPr>
            <a:xfrm rot="-626902">
              <a:off x="-1012802" y="2777516"/>
              <a:ext cx="2756456" cy="3709093"/>
            </a:xfrm>
            <a:prstGeom prst="rect">
              <a:avLst/>
            </a:prstGeom>
            <a:noFill/>
            <a:ln>
              <a:noFill/>
            </a:ln>
          </p:spPr>
        </p:pic>
        <p:pic>
          <p:nvPicPr>
            <p:cNvPr id="53" name="Google Shape;53;p8"/>
            <p:cNvPicPr preferRelativeResize="0"/>
            <p:nvPr/>
          </p:nvPicPr>
          <p:blipFill>
            <a:blip r:embed="rId6" cstate="print">
              <a:alphaModFix amt="60000"/>
            </a:blip>
            <a:stretch>
              <a:fillRect/>
            </a:stretch>
          </p:blipFill>
          <p:spPr>
            <a:xfrm flipH="1">
              <a:off x="252562" y="222183"/>
              <a:ext cx="315473" cy="320824"/>
            </a:xfrm>
            <a:prstGeom prst="rect">
              <a:avLst/>
            </a:prstGeom>
            <a:noFill/>
            <a:ln>
              <a:noFill/>
            </a:ln>
          </p:spPr>
        </p:pic>
      </p:grpSp>
      <p:sp>
        <p:nvSpPr>
          <p:cNvPr id="54" name="Google Shape;5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5"/>
        <p:cNvGrpSpPr/>
        <p:nvPr/>
      </p:nvGrpSpPr>
      <p:grpSpPr>
        <a:xfrm>
          <a:off x="0" y="0"/>
          <a:ext cx="0" cy="0"/>
          <a:chOff x="0" y="0"/>
          <a:chExt cx="0" cy="0"/>
        </a:xfrm>
      </p:grpSpPr>
      <p:pic>
        <p:nvPicPr>
          <p:cNvPr id="56" name="Google Shape;56;p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7" name="Google Shape;57;p9"/>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sp>
        <p:nvSpPr>
          <p:cNvPr id="58" name="Google Shape;58;p9"/>
          <p:cNvSpPr txBox="1">
            <a:spLocks noGrp="1"/>
          </p:cNvSpPr>
          <p:nvPr>
            <p:ph type="title"/>
          </p:nvPr>
        </p:nvSpPr>
        <p:spPr>
          <a:xfrm flipH="1">
            <a:off x="5176550" y="1294100"/>
            <a:ext cx="3252300" cy="121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59" name="Google Shape;59;p9"/>
          <p:cNvSpPr txBox="1">
            <a:spLocks noGrp="1"/>
          </p:cNvSpPr>
          <p:nvPr>
            <p:ph type="subTitle" idx="1"/>
          </p:nvPr>
        </p:nvSpPr>
        <p:spPr>
          <a:xfrm flipH="1">
            <a:off x="5176550" y="2664600"/>
            <a:ext cx="3252300" cy="118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0"/>
        <p:cNvGrpSpPr/>
        <p:nvPr/>
      </p:nvGrpSpPr>
      <p:grpSpPr>
        <a:xfrm>
          <a:off x="0" y="0"/>
          <a:ext cx="0" cy="0"/>
          <a:chOff x="0" y="0"/>
          <a:chExt cx="0" cy="0"/>
        </a:xfrm>
      </p:grpSpPr>
      <p:sp>
        <p:nvSpPr>
          <p:cNvPr id="61" name="Google Shape;61;p10"/>
          <p:cNvSpPr/>
          <p:nvPr/>
        </p:nvSpPr>
        <p:spPr>
          <a:xfrm>
            <a:off x="0" y="0"/>
            <a:ext cx="9144000" cy="5143500"/>
          </a:xfrm>
          <a:prstGeom prst="rect">
            <a:avLst/>
          </a:prstGeom>
          <a:solidFill>
            <a:schemeClr val="accent1">
              <a:alpha val="307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
          <p:cNvSpPr txBox="1">
            <a:spLocks noGrp="1"/>
          </p:cNvSpPr>
          <p:nvPr>
            <p:ph type="title"/>
          </p:nvPr>
        </p:nvSpPr>
        <p:spPr>
          <a:xfrm>
            <a:off x="720000" y="3883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7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3"/>
        <p:cNvGrpSpPr/>
        <p:nvPr/>
      </p:nvGrpSpPr>
      <p:grpSpPr>
        <a:xfrm>
          <a:off x="0" y="0"/>
          <a:ext cx="0" cy="0"/>
          <a:chOff x="0" y="0"/>
          <a:chExt cx="0" cy="0"/>
        </a:xfrm>
      </p:grpSpPr>
      <p:pic>
        <p:nvPicPr>
          <p:cNvPr id="64" name="Google Shape;64;p1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65" name="Google Shape;65;p11"/>
          <p:cNvPicPr preferRelativeResize="0"/>
          <p:nvPr/>
        </p:nvPicPr>
        <p:blipFill>
          <a:blip r:embed="rId3" cstate="print">
            <a:alphaModFix amt="48000"/>
          </a:blip>
          <a:stretch>
            <a:fillRect/>
          </a:stretch>
        </p:blipFill>
        <p:spPr>
          <a:xfrm rot="4861616">
            <a:off x="2643919" y="-1295605"/>
            <a:ext cx="3574490" cy="7570357"/>
          </a:xfrm>
          <a:prstGeom prst="rect">
            <a:avLst/>
          </a:prstGeom>
          <a:noFill/>
          <a:ln>
            <a:noFill/>
          </a:ln>
        </p:spPr>
      </p:pic>
      <p:sp>
        <p:nvSpPr>
          <p:cNvPr id="66" name="Google Shape;66;p11"/>
          <p:cNvSpPr txBox="1">
            <a:spLocks noGrp="1"/>
          </p:cNvSpPr>
          <p:nvPr>
            <p:ph type="title" hasCustomPrompt="1"/>
          </p:nvPr>
        </p:nvSpPr>
        <p:spPr>
          <a:xfrm>
            <a:off x="1284000" y="1468850"/>
            <a:ext cx="6576000" cy="1511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7" name="Google Shape;67;p11"/>
          <p:cNvSpPr txBox="1">
            <a:spLocks noGrp="1"/>
          </p:cNvSpPr>
          <p:nvPr>
            <p:ph type="subTitle" idx="1"/>
          </p:nvPr>
        </p:nvSpPr>
        <p:spPr>
          <a:xfrm>
            <a:off x="1284000" y="3553300"/>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r>
              <a:rPr lang="en-US"/>
              <a:t>Click to edit Master subtitle style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9"/>
        <p:cNvGrpSpPr/>
        <p:nvPr/>
      </p:nvGrpSpPr>
      <p:grpSpPr>
        <a:xfrm>
          <a:off x="0" y="0"/>
          <a:ext cx="0" cy="0"/>
          <a:chOff x="0" y="0"/>
          <a:chExt cx="0" cy="0"/>
        </a:xfrm>
      </p:grpSpPr>
      <p:pic>
        <p:nvPicPr>
          <p:cNvPr id="70" name="Google Shape;70;p1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71;p13"/>
          <p:cNvGrpSpPr/>
          <p:nvPr/>
        </p:nvGrpSpPr>
        <p:grpSpPr>
          <a:xfrm>
            <a:off x="-891002" y="-1228775"/>
            <a:ext cx="10578908" cy="2929874"/>
            <a:chOff x="-891002" y="-1228775"/>
            <a:chExt cx="10578908" cy="2929874"/>
          </a:xfrm>
        </p:grpSpPr>
        <p:pic>
          <p:nvPicPr>
            <p:cNvPr id="72" name="Google Shape;72;p13"/>
            <p:cNvPicPr preferRelativeResize="0"/>
            <p:nvPr/>
          </p:nvPicPr>
          <p:blipFill>
            <a:blip r:embed="rId3" cstate="print">
              <a:alphaModFix amt="37000"/>
            </a:blip>
            <a:stretch>
              <a:fillRect/>
            </a:stretch>
          </p:blipFill>
          <p:spPr>
            <a:xfrm>
              <a:off x="-891002" y="-1228775"/>
              <a:ext cx="2881223" cy="2929874"/>
            </a:xfrm>
            <a:prstGeom prst="rect">
              <a:avLst/>
            </a:prstGeom>
            <a:noFill/>
            <a:ln>
              <a:noFill/>
            </a:ln>
          </p:spPr>
        </p:pic>
        <p:pic>
          <p:nvPicPr>
            <p:cNvPr id="73" name="Google Shape;73;p13"/>
            <p:cNvPicPr preferRelativeResize="0"/>
            <p:nvPr/>
          </p:nvPicPr>
          <p:blipFill>
            <a:blip r:embed="rId4" cstate="print">
              <a:alphaModFix amt="31000"/>
            </a:blip>
            <a:stretch>
              <a:fillRect/>
            </a:stretch>
          </p:blipFill>
          <p:spPr>
            <a:xfrm rot="4408896">
              <a:off x="7465724" y="-1122075"/>
              <a:ext cx="1486300" cy="2644623"/>
            </a:xfrm>
            <a:prstGeom prst="rect">
              <a:avLst/>
            </a:prstGeom>
            <a:noFill/>
            <a:ln>
              <a:noFill/>
            </a:ln>
          </p:spPr>
        </p:pic>
      </p:grpSp>
      <p:sp>
        <p:nvSpPr>
          <p:cNvPr id="74" name="Google Shape;74;p13"/>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75" name="Google Shape;75;p13"/>
          <p:cNvSpPr txBox="1">
            <a:spLocks noGrp="1"/>
          </p:cNvSpPr>
          <p:nvPr>
            <p:ph type="title" idx="2"/>
          </p:nvPr>
        </p:nvSpPr>
        <p:spPr>
          <a:xfrm>
            <a:off x="7200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6" name="Google Shape;76;p13"/>
          <p:cNvSpPr txBox="1">
            <a:spLocks noGrp="1"/>
          </p:cNvSpPr>
          <p:nvPr>
            <p:ph type="title" idx="3" hasCustomPrompt="1"/>
          </p:nvPr>
        </p:nvSpPr>
        <p:spPr>
          <a:xfrm>
            <a:off x="12505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subTitle" idx="1"/>
          </p:nvPr>
        </p:nvSpPr>
        <p:spPr>
          <a:xfrm>
            <a:off x="7200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78" name="Google Shape;78;p13"/>
          <p:cNvSpPr txBox="1">
            <a:spLocks noGrp="1"/>
          </p:cNvSpPr>
          <p:nvPr>
            <p:ph type="title" idx="4"/>
          </p:nvPr>
        </p:nvSpPr>
        <p:spPr>
          <a:xfrm>
            <a:off x="34038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79" name="Google Shape;79;p13"/>
          <p:cNvSpPr txBox="1">
            <a:spLocks noGrp="1"/>
          </p:cNvSpPr>
          <p:nvPr>
            <p:ph type="title" idx="5" hasCustomPrompt="1"/>
          </p:nvPr>
        </p:nvSpPr>
        <p:spPr>
          <a:xfrm>
            <a:off x="39343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subTitle" idx="6"/>
          </p:nvPr>
        </p:nvSpPr>
        <p:spPr>
          <a:xfrm>
            <a:off x="34038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1" name="Google Shape;81;p13"/>
          <p:cNvSpPr txBox="1">
            <a:spLocks noGrp="1"/>
          </p:cNvSpPr>
          <p:nvPr>
            <p:ph type="title" idx="7"/>
          </p:nvPr>
        </p:nvSpPr>
        <p:spPr>
          <a:xfrm>
            <a:off x="608760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2" name="Google Shape;82;p13"/>
          <p:cNvSpPr txBox="1">
            <a:spLocks noGrp="1"/>
          </p:cNvSpPr>
          <p:nvPr>
            <p:ph type="title" idx="8" hasCustomPrompt="1"/>
          </p:nvPr>
        </p:nvSpPr>
        <p:spPr>
          <a:xfrm>
            <a:off x="661815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9"/>
          </p:nvPr>
        </p:nvSpPr>
        <p:spPr>
          <a:xfrm>
            <a:off x="608760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4" name="Google Shape;84;p13"/>
          <p:cNvSpPr txBox="1">
            <a:spLocks noGrp="1"/>
          </p:cNvSpPr>
          <p:nvPr>
            <p:ph type="title" idx="13"/>
          </p:nvPr>
        </p:nvSpPr>
        <p:spPr>
          <a:xfrm>
            <a:off x="7200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5" name="Google Shape;85;p13"/>
          <p:cNvSpPr txBox="1">
            <a:spLocks noGrp="1"/>
          </p:cNvSpPr>
          <p:nvPr>
            <p:ph type="title" idx="14" hasCustomPrompt="1"/>
          </p:nvPr>
        </p:nvSpPr>
        <p:spPr>
          <a:xfrm>
            <a:off x="12505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15"/>
          </p:nvPr>
        </p:nvSpPr>
        <p:spPr>
          <a:xfrm>
            <a:off x="7200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87" name="Google Shape;87;p13"/>
          <p:cNvSpPr txBox="1">
            <a:spLocks noGrp="1"/>
          </p:cNvSpPr>
          <p:nvPr>
            <p:ph type="title" idx="16"/>
          </p:nvPr>
        </p:nvSpPr>
        <p:spPr>
          <a:xfrm>
            <a:off x="34038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88" name="Google Shape;88;p13"/>
          <p:cNvSpPr txBox="1">
            <a:spLocks noGrp="1"/>
          </p:cNvSpPr>
          <p:nvPr>
            <p:ph type="title" idx="17" hasCustomPrompt="1"/>
          </p:nvPr>
        </p:nvSpPr>
        <p:spPr>
          <a:xfrm>
            <a:off x="39343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subTitle" idx="18"/>
          </p:nvPr>
        </p:nvSpPr>
        <p:spPr>
          <a:xfrm>
            <a:off x="34038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title" idx="19"/>
          </p:nvPr>
        </p:nvSpPr>
        <p:spPr>
          <a:xfrm>
            <a:off x="608760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91" name="Google Shape;91;p13"/>
          <p:cNvSpPr txBox="1">
            <a:spLocks noGrp="1"/>
          </p:cNvSpPr>
          <p:nvPr>
            <p:ph type="title" idx="20" hasCustomPrompt="1"/>
          </p:nvPr>
        </p:nvSpPr>
        <p:spPr>
          <a:xfrm>
            <a:off x="661815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21"/>
          </p:nvPr>
        </p:nvSpPr>
        <p:spPr>
          <a:xfrm>
            <a:off x="608760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93"/>
        <p:cNvGrpSpPr/>
        <p:nvPr/>
      </p:nvGrpSpPr>
      <p:grpSpPr>
        <a:xfrm>
          <a:off x="0" y="0"/>
          <a:ext cx="0" cy="0"/>
          <a:chOff x="0" y="0"/>
          <a:chExt cx="0" cy="0"/>
        </a:xfrm>
      </p:grpSpPr>
      <p:pic>
        <p:nvPicPr>
          <p:cNvPr id="94" name="Google Shape;94;p14"/>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95;p14"/>
          <p:cNvGrpSpPr/>
          <p:nvPr/>
        </p:nvGrpSpPr>
        <p:grpSpPr>
          <a:xfrm rot="10800000" flipH="1">
            <a:off x="-1002602" y="2626046"/>
            <a:ext cx="10690508" cy="3876129"/>
            <a:chOff x="-1002602" y="-2587450"/>
            <a:chExt cx="10690508" cy="3876129"/>
          </a:xfrm>
        </p:grpSpPr>
        <p:pic>
          <p:nvPicPr>
            <p:cNvPr id="96" name="Google Shape;96;p14"/>
            <p:cNvPicPr preferRelativeResize="0"/>
            <p:nvPr/>
          </p:nvPicPr>
          <p:blipFill>
            <a:blip r:embed="rId3" cstate="print">
              <a:alphaModFix amt="37000"/>
            </a:blip>
            <a:stretch>
              <a:fillRect/>
            </a:stretch>
          </p:blipFill>
          <p:spPr>
            <a:xfrm>
              <a:off x="-1002602" y="-2587450"/>
              <a:ext cx="2881223" cy="2929874"/>
            </a:xfrm>
            <a:prstGeom prst="rect">
              <a:avLst/>
            </a:prstGeom>
            <a:noFill/>
            <a:ln>
              <a:noFill/>
            </a:ln>
          </p:spPr>
        </p:pic>
        <p:pic>
          <p:nvPicPr>
            <p:cNvPr id="97" name="Google Shape;97;p14"/>
            <p:cNvPicPr preferRelativeResize="0"/>
            <p:nvPr/>
          </p:nvPicPr>
          <p:blipFill rotWithShape="1">
            <a:blip r:embed="rId4" cstate="print">
              <a:alphaModFix amt="31000"/>
            </a:blip>
            <a:srcRect l="-115660" t="-15070" r="115660" b="15069"/>
            <a:stretch/>
          </p:blipFill>
          <p:spPr>
            <a:xfrm rot="4408896">
              <a:off x="7465724" y="-1122075"/>
              <a:ext cx="1486300" cy="2644623"/>
            </a:xfrm>
            <a:prstGeom prst="rect">
              <a:avLst/>
            </a:prstGeom>
            <a:noFill/>
            <a:ln>
              <a:noFill/>
            </a:ln>
          </p:spPr>
        </p:pic>
      </p:grpSp>
      <p:sp>
        <p:nvSpPr>
          <p:cNvPr id="98" name="Google Shape;98;p14"/>
          <p:cNvSpPr txBox="1">
            <a:spLocks noGrp="1"/>
          </p:cNvSpPr>
          <p:nvPr>
            <p:ph type="title"/>
          </p:nvPr>
        </p:nvSpPr>
        <p:spPr>
          <a:xfrm>
            <a:off x="720000" y="2117188"/>
            <a:ext cx="2336400" cy="942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99" name="Google Shape;99;p14"/>
          <p:cNvSpPr txBox="1">
            <a:spLocks noGrp="1"/>
          </p:cNvSpPr>
          <p:nvPr>
            <p:ph type="title" idx="2"/>
          </p:nvPr>
        </p:nvSpPr>
        <p:spPr>
          <a:xfrm>
            <a:off x="3980038" y="1027588"/>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0" name="Google Shape;100;p14"/>
          <p:cNvSpPr txBox="1">
            <a:spLocks noGrp="1"/>
          </p:cNvSpPr>
          <p:nvPr>
            <p:ph type="title" idx="3" hasCustomPrompt="1"/>
          </p:nvPr>
        </p:nvSpPr>
        <p:spPr>
          <a:xfrm>
            <a:off x="3093426" y="10275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4"/>
          <p:cNvSpPr txBox="1">
            <a:spLocks noGrp="1"/>
          </p:cNvSpPr>
          <p:nvPr>
            <p:ph type="subTitle" idx="1"/>
          </p:nvPr>
        </p:nvSpPr>
        <p:spPr>
          <a:xfrm>
            <a:off x="6216076" y="1027588"/>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2" name="Google Shape;102;p14"/>
          <p:cNvSpPr txBox="1">
            <a:spLocks noGrp="1"/>
          </p:cNvSpPr>
          <p:nvPr>
            <p:ph type="title" idx="4"/>
          </p:nvPr>
        </p:nvSpPr>
        <p:spPr>
          <a:xfrm>
            <a:off x="3980038" y="2354195"/>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3" name="Google Shape;103;p14"/>
          <p:cNvSpPr txBox="1">
            <a:spLocks noGrp="1"/>
          </p:cNvSpPr>
          <p:nvPr>
            <p:ph type="title" idx="5" hasCustomPrompt="1"/>
          </p:nvPr>
        </p:nvSpPr>
        <p:spPr>
          <a:xfrm>
            <a:off x="3093434" y="23541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4"/>
          <p:cNvSpPr txBox="1">
            <a:spLocks noGrp="1"/>
          </p:cNvSpPr>
          <p:nvPr>
            <p:ph type="subTitle" idx="6"/>
          </p:nvPr>
        </p:nvSpPr>
        <p:spPr>
          <a:xfrm>
            <a:off x="6216076" y="2354195"/>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14"/>
          <p:cNvSpPr txBox="1">
            <a:spLocks noGrp="1"/>
          </p:cNvSpPr>
          <p:nvPr>
            <p:ph type="title" idx="7"/>
          </p:nvPr>
        </p:nvSpPr>
        <p:spPr>
          <a:xfrm>
            <a:off x="3980038" y="3555390"/>
            <a:ext cx="2169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06" name="Google Shape;106;p14"/>
          <p:cNvSpPr txBox="1">
            <a:spLocks noGrp="1"/>
          </p:cNvSpPr>
          <p:nvPr>
            <p:ph type="title" idx="8" hasCustomPrompt="1"/>
          </p:nvPr>
        </p:nvSpPr>
        <p:spPr>
          <a:xfrm>
            <a:off x="3091425" y="3555388"/>
            <a:ext cx="8199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4"/>
          <p:cNvSpPr txBox="1">
            <a:spLocks noGrp="1"/>
          </p:cNvSpPr>
          <p:nvPr>
            <p:ph type="subTitle" idx="9"/>
          </p:nvPr>
        </p:nvSpPr>
        <p:spPr>
          <a:xfrm>
            <a:off x="6216076" y="3555390"/>
            <a:ext cx="2185200" cy="59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2">
  <p:cSld name="Table of contents 2">
    <p:spTree>
      <p:nvGrpSpPr>
        <p:cNvPr id="1" name="Shape 108"/>
        <p:cNvGrpSpPr/>
        <p:nvPr/>
      </p:nvGrpSpPr>
      <p:grpSpPr>
        <a:xfrm>
          <a:off x="0" y="0"/>
          <a:ext cx="0" cy="0"/>
          <a:chOff x="0" y="0"/>
          <a:chExt cx="0" cy="0"/>
        </a:xfrm>
      </p:grpSpPr>
      <p:pic>
        <p:nvPicPr>
          <p:cNvPr id="109" name="Google Shape;109;p1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10;p15"/>
          <p:cNvGrpSpPr/>
          <p:nvPr/>
        </p:nvGrpSpPr>
        <p:grpSpPr>
          <a:xfrm flipH="1">
            <a:off x="-1390802" y="299725"/>
            <a:ext cx="11262196" cy="4113879"/>
            <a:chOff x="-1074490" y="299725"/>
            <a:chExt cx="11262196" cy="4113879"/>
          </a:xfrm>
        </p:grpSpPr>
        <p:pic>
          <p:nvPicPr>
            <p:cNvPr id="111" name="Google Shape;111;p15"/>
            <p:cNvPicPr preferRelativeResize="0"/>
            <p:nvPr/>
          </p:nvPicPr>
          <p:blipFill>
            <a:blip r:embed="rId3" cstate="print">
              <a:alphaModFix amt="37000"/>
            </a:blip>
            <a:stretch>
              <a:fillRect/>
            </a:stretch>
          </p:blipFill>
          <p:spPr>
            <a:xfrm>
              <a:off x="-1074490" y="299725"/>
              <a:ext cx="2881223" cy="2929874"/>
            </a:xfrm>
            <a:prstGeom prst="rect">
              <a:avLst/>
            </a:prstGeom>
            <a:noFill/>
            <a:ln>
              <a:noFill/>
            </a:ln>
          </p:spPr>
        </p:pic>
        <p:pic>
          <p:nvPicPr>
            <p:cNvPr id="112" name="Google Shape;112;p15"/>
            <p:cNvPicPr preferRelativeResize="0"/>
            <p:nvPr/>
          </p:nvPicPr>
          <p:blipFill>
            <a:blip r:embed="rId4" cstate="print">
              <a:alphaModFix amt="31000"/>
            </a:blip>
            <a:stretch>
              <a:fillRect/>
            </a:stretch>
          </p:blipFill>
          <p:spPr>
            <a:xfrm rot="4408896">
              <a:off x="7965524" y="2002850"/>
              <a:ext cx="1486300" cy="2644623"/>
            </a:xfrm>
            <a:prstGeom prst="rect">
              <a:avLst/>
            </a:prstGeom>
            <a:noFill/>
            <a:ln>
              <a:noFill/>
            </a:ln>
          </p:spPr>
        </p:pic>
      </p:grpSp>
      <p:sp>
        <p:nvSpPr>
          <p:cNvPr id="113" name="Google Shape;113;p15"/>
          <p:cNvSpPr txBox="1">
            <a:spLocks noGrp="1"/>
          </p:cNvSpPr>
          <p:nvPr>
            <p:ph type="title"/>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4" name="Google Shape;114;p15"/>
          <p:cNvSpPr txBox="1">
            <a:spLocks noGrp="1"/>
          </p:cNvSpPr>
          <p:nvPr>
            <p:ph type="title" idx="2"/>
          </p:nvPr>
        </p:nvSpPr>
        <p:spPr>
          <a:xfrm>
            <a:off x="18883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5" name="Google Shape;115;p15"/>
          <p:cNvSpPr txBox="1">
            <a:spLocks noGrp="1"/>
          </p:cNvSpPr>
          <p:nvPr>
            <p:ph type="title" idx="3" hasCustomPrompt="1"/>
          </p:nvPr>
        </p:nvSpPr>
        <p:spPr>
          <a:xfrm>
            <a:off x="24189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5"/>
          <p:cNvSpPr txBox="1">
            <a:spLocks noGrp="1"/>
          </p:cNvSpPr>
          <p:nvPr>
            <p:ph type="subTitle" idx="1"/>
          </p:nvPr>
        </p:nvSpPr>
        <p:spPr>
          <a:xfrm>
            <a:off x="18883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17" name="Google Shape;117;p15"/>
          <p:cNvSpPr txBox="1">
            <a:spLocks noGrp="1"/>
          </p:cNvSpPr>
          <p:nvPr>
            <p:ph type="title" idx="4"/>
          </p:nvPr>
        </p:nvSpPr>
        <p:spPr>
          <a:xfrm>
            <a:off x="4572150" y="1672417"/>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18" name="Google Shape;118;p15"/>
          <p:cNvSpPr txBox="1">
            <a:spLocks noGrp="1"/>
          </p:cNvSpPr>
          <p:nvPr>
            <p:ph type="title" idx="5" hasCustomPrompt="1"/>
          </p:nvPr>
        </p:nvSpPr>
        <p:spPr>
          <a:xfrm>
            <a:off x="5102700" y="1086015"/>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5"/>
          <p:cNvSpPr txBox="1">
            <a:spLocks noGrp="1"/>
          </p:cNvSpPr>
          <p:nvPr>
            <p:ph type="subTitle" idx="6"/>
          </p:nvPr>
        </p:nvSpPr>
        <p:spPr>
          <a:xfrm>
            <a:off x="4572150" y="2355645"/>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0" name="Google Shape;120;p15"/>
          <p:cNvSpPr txBox="1">
            <a:spLocks noGrp="1"/>
          </p:cNvSpPr>
          <p:nvPr>
            <p:ph type="title" idx="7"/>
          </p:nvPr>
        </p:nvSpPr>
        <p:spPr>
          <a:xfrm>
            <a:off x="18883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1" name="Google Shape;121;p15"/>
          <p:cNvSpPr txBox="1">
            <a:spLocks noGrp="1"/>
          </p:cNvSpPr>
          <p:nvPr>
            <p:ph type="title" idx="8" hasCustomPrompt="1"/>
          </p:nvPr>
        </p:nvSpPr>
        <p:spPr>
          <a:xfrm>
            <a:off x="24189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5"/>
          <p:cNvSpPr txBox="1">
            <a:spLocks noGrp="1"/>
          </p:cNvSpPr>
          <p:nvPr>
            <p:ph type="subTitle" idx="9"/>
          </p:nvPr>
        </p:nvSpPr>
        <p:spPr>
          <a:xfrm>
            <a:off x="18883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23" name="Google Shape;123;p15"/>
          <p:cNvSpPr txBox="1">
            <a:spLocks noGrp="1"/>
          </p:cNvSpPr>
          <p:nvPr>
            <p:ph type="title" idx="13"/>
          </p:nvPr>
        </p:nvSpPr>
        <p:spPr>
          <a:xfrm>
            <a:off x="4572150" y="3432026"/>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124" name="Google Shape;124;p15"/>
          <p:cNvSpPr txBox="1">
            <a:spLocks noGrp="1"/>
          </p:cNvSpPr>
          <p:nvPr>
            <p:ph type="title" idx="14" hasCustomPrompt="1"/>
          </p:nvPr>
        </p:nvSpPr>
        <p:spPr>
          <a:xfrm>
            <a:off x="5102700" y="2850421"/>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5"/>
          <p:cNvSpPr txBox="1">
            <a:spLocks noGrp="1"/>
          </p:cNvSpPr>
          <p:nvPr>
            <p:ph type="subTitle" idx="15"/>
          </p:nvPr>
        </p:nvSpPr>
        <p:spPr>
          <a:xfrm>
            <a:off x="4572150" y="4115464"/>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6"/>
        <p:cNvGrpSpPr/>
        <p:nvPr/>
      </p:nvGrpSpPr>
      <p:grpSpPr>
        <a:xfrm>
          <a:off x="0" y="0"/>
          <a:ext cx="0" cy="0"/>
          <a:chOff x="0" y="0"/>
          <a:chExt cx="0" cy="0"/>
        </a:xfrm>
      </p:grpSpPr>
      <p:pic>
        <p:nvPicPr>
          <p:cNvPr id="127" name="Google Shape;127;p16"/>
          <p:cNvPicPr preferRelativeResize="0"/>
          <p:nvPr/>
        </p:nvPicPr>
        <p:blipFill>
          <a:blip r:embed="rId2" cstate="print">
            <a:alphaModFix amt="57000"/>
          </a:blip>
          <a:stretch>
            <a:fillRect/>
          </a:stretch>
        </p:blipFill>
        <p:spPr>
          <a:xfrm rot="10800000">
            <a:off x="2" y="-939100"/>
            <a:ext cx="9144000" cy="5143500"/>
          </a:xfrm>
          <a:prstGeom prst="rect">
            <a:avLst/>
          </a:prstGeom>
          <a:noFill/>
          <a:ln>
            <a:noFill/>
          </a:ln>
        </p:spPr>
      </p:pic>
      <p:pic>
        <p:nvPicPr>
          <p:cNvPr id="128" name="Google Shape;128;p16"/>
          <p:cNvPicPr preferRelativeResize="0"/>
          <p:nvPr/>
        </p:nvPicPr>
        <p:blipFill>
          <a:blip r:embed="rId3" cstate="print">
            <a:alphaModFix amt="30000"/>
          </a:blip>
          <a:stretch>
            <a:fillRect/>
          </a:stretch>
        </p:blipFill>
        <p:spPr>
          <a:xfrm rot="10800000">
            <a:off x="0" y="-947289"/>
            <a:ext cx="9144003" cy="6098978"/>
          </a:xfrm>
          <a:prstGeom prst="rect">
            <a:avLst/>
          </a:prstGeom>
          <a:noFill/>
          <a:ln>
            <a:noFill/>
          </a:ln>
        </p:spPr>
      </p:pic>
      <p:sp>
        <p:nvSpPr>
          <p:cNvPr id="129" name="Google Shape;129;p16"/>
          <p:cNvSpPr txBox="1">
            <a:spLocks noGrp="1"/>
          </p:cNvSpPr>
          <p:nvPr>
            <p:ph type="title"/>
          </p:nvPr>
        </p:nvSpPr>
        <p:spPr>
          <a:xfrm flipH="1">
            <a:off x="2132450" y="1482875"/>
            <a:ext cx="49785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30" name="Google Shape;130;p16"/>
          <p:cNvSpPr txBox="1">
            <a:spLocks noGrp="1"/>
          </p:cNvSpPr>
          <p:nvPr>
            <p:ph type="subTitle" idx="1"/>
          </p:nvPr>
        </p:nvSpPr>
        <p:spPr>
          <a:xfrm flipH="1">
            <a:off x="2132450" y="2389840"/>
            <a:ext cx="4978500" cy="127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1"/>
        <p:cNvGrpSpPr/>
        <p:nvPr/>
      </p:nvGrpSpPr>
      <p:grpSpPr>
        <a:xfrm>
          <a:off x="0" y="0"/>
          <a:ext cx="0" cy="0"/>
          <a:chOff x="0" y="0"/>
          <a:chExt cx="0" cy="0"/>
        </a:xfrm>
      </p:grpSpPr>
      <p:pic>
        <p:nvPicPr>
          <p:cNvPr id="132" name="Google Shape;132;p1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3" name="Google Shape;133;p17"/>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500"/>
              <a:buNone/>
              <a:defRPr sz="2500"/>
            </a:lvl1pPr>
            <a:lvl2pPr lvl="1">
              <a:spcBef>
                <a:spcPts val="0"/>
              </a:spcBef>
              <a:spcAft>
                <a:spcPts val="0"/>
              </a:spcAft>
              <a:buSzPts val="3500"/>
              <a:buNone/>
              <a:defRPr>
                <a:latin typeface="Cardo"/>
                <a:ea typeface="Cardo"/>
                <a:cs typeface="Cardo"/>
                <a:sym typeface="Cardo"/>
              </a:defRPr>
            </a:lvl2pPr>
            <a:lvl3pPr lvl="2">
              <a:spcBef>
                <a:spcPts val="0"/>
              </a:spcBef>
              <a:spcAft>
                <a:spcPts val="0"/>
              </a:spcAft>
              <a:buSzPts val="3500"/>
              <a:buNone/>
              <a:defRPr>
                <a:latin typeface="Cardo"/>
                <a:ea typeface="Cardo"/>
                <a:cs typeface="Cardo"/>
                <a:sym typeface="Cardo"/>
              </a:defRPr>
            </a:lvl3pPr>
            <a:lvl4pPr lvl="3">
              <a:spcBef>
                <a:spcPts val="0"/>
              </a:spcBef>
              <a:spcAft>
                <a:spcPts val="0"/>
              </a:spcAft>
              <a:buSzPts val="3500"/>
              <a:buNone/>
              <a:defRPr>
                <a:latin typeface="Cardo"/>
                <a:ea typeface="Cardo"/>
                <a:cs typeface="Cardo"/>
                <a:sym typeface="Cardo"/>
              </a:defRPr>
            </a:lvl4pPr>
            <a:lvl5pPr lvl="4">
              <a:spcBef>
                <a:spcPts val="0"/>
              </a:spcBef>
              <a:spcAft>
                <a:spcPts val="0"/>
              </a:spcAft>
              <a:buSzPts val="3500"/>
              <a:buNone/>
              <a:defRPr>
                <a:latin typeface="Cardo"/>
                <a:ea typeface="Cardo"/>
                <a:cs typeface="Cardo"/>
                <a:sym typeface="Cardo"/>
              </a:defRPr>
            </a:lvl5pPr>
            <a:lvl6pPr lvl="5">
              <a:spcBef>
                <a:spcPts val="0"/>
              </a:spcBef>
              <a:spcAft>
                <a:spcPts val="0"/>
              </a:spcAft>
              <a:buSzPts val="3500"/>
              <a:buNone/>
              <a:defRPr>
                <a:latin typeface="Cardo"/>
                <a:ea typeface="Cardo"/>
                <a:cs typeface="Cardo"/>
                <a:sym typeface="Cardo"/>
              </a:defRPr>
            </a:lvl6pPr>
            <a:lvl7pPr lvl="6">
              <a:spcBef>
                <a:spcPts val="0"/>
              </a:spcBef>
              <a:spcAft>
                <a:spcPts val="0"/>
              </a:spcAft>
              <a:buSzPts val="3500"/>
              <a:buNone/>
              <a:defRPr>
                <a:latin typeface="Cardo"/>
                <a:ea typeface="Cardo"/>
                <a:cs typeface="Cardo"/>
                <a:sym typeface="Cardo"/>
              </a:defRPr>
            </a:lvl7pPr>
            <a:lvl8pPr lvl="7">
              <a:spcBef>
                <a:spcPts val="0"/>
              </a:spcBef>
              <a:spcAft>
                <a:spcPts val="0"/>
              </a:spcAft>
              <a:buSzPts val="3500"/>
              <a:buNone/>
              <a:defRPr>
                <a:latin typeface="Cardo"/>
                <a:ea typeface="Cardo"/>
                <a:cs typeface="Cardo"/>
                <a:sym typeface="Cardo"/>
              </a:defRPr>
            </a:lvl8pPr>
            <a:lvl9pPr lvl="8">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34;p17"/>
          <p:cNvGrpSpPr/>
          <p:nvPr/>
        </p:nvGrpSpPr>
        <p:grpSpPr>
          <a:xfrm>
            <a:off x="0" y="-805349"/>
            <a:ext cx="9763800" cy="7934649"/>
            <a:chOff x="0" y="-805349"/>
            <a:chExt cx="9763800" cy="7934649"/>
          </a:xfrm>
        </p:grpSpPr>
        <p:pic>
          <p:nvPicPr>
            <p:cNvPr id="135" name="Google Shape;135;p17"/>
            <p:cNvPicPr preferRelativeResize="0"/>
            <p:nvPr/>
          </p:nvPicPr>
          <p:blipFill>
            <a:blip r:embed="rId3" cstate="print">
              <a:alphaModFix amt="21000"/>
            </a:blip>
            <a:stretch>
              <a:fillRect/>
            </a:stretch>
          </p:blipFill>
          <p:spPr>
            <a:xfrm rot="-5400000">
              <a:off x="-2349749" y="2349750"/>
              <a:ext cx="7129298" cy="2429801"/>
            </a:xfrm>
            <a:prstGeom prst="rect">
              <a:avLst/>
            </a:prstGeom>
            <a:noFill/>
            <a:ln>
              <a:noFill/>
            </a:ln>
          </p:spPr>
        </p:pic>
        <p:pic>
          <p:nvPicPr>
            <p:cNvPr id="136" name="Google Shape;136;p17"/>
            <p:cNvPicPr preferRelativeResize="0"/>
            <p:nvPr/>
          </p:nvPicPr>
          <p:blipFill>
            <a:blip r:embed="rId4" cstate="print">
              <a:alphaModFix amt="40000"/>
            </a:blip>
            <a:stretch>
              <a:fillRect/>
            </a:stretch>
          </p:blipFill>
          <p:spPr>
            <a:xfrm>
              <a:off x="7439551" y="-805349"/>
              <a:ext cx="2324250" cy="2294753"/>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7"/>
        <p:cNvGrpSpPr/>
        <p:nvPr/>
      </p:nvGrpSpPr>
      <p:grpSpPr>
        <a:xfrm>
          <a:off x="0" y="0"/>
          <a:ext cx="0" cy="0"/>
          <a:chOff x="0" y="0"/>
          <a:chExt cx="0" cy="0"/>
        </a:xfrm>
      </p:grpSpPr>
      <p:pic>
        <p:nvPicPr>
          <p:cNvPr id="138" name="Google Shape;138;p1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39" name="Google Shape;139;p18"/>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pic>
        <p:nvPicPr>
          <p:cNvPr id="140" name="Google Shape;140;p18"/>
          <p:cNvPicPr preferRelativeResize="0"/>
          <p:nvPr/>
        </p:nvPicPr>
        <p:blipFill>
          <a:blip r:embed="rId3" cstate="print">
            <a:alphaModFix amt="60000"/>
          </a:blip>
          <a:stretch>
            <a:fillRect/>
          </a:stretch>
        </p:blipFill>
        <p:spPr>
          <a:xfrm>
            <a:off x="-1029327" y="3181250"/>
            <a:ext cx="2881223" cy="2929874"/>
          </a:xfrm>
          <a:prstGeom prst="rect">
            <a:avLst/>
          </a:prstGeom>
          <a:noFill/>
          <a:ln>
            <a:noFill/>
          </a:ln>
        </p:spPr>
      </p:pic>
      <p:pic>
        <p:nvPicPr>
          <p:cNvPr id="141" name="Google Shape;141;p18"/>
          <p:cNvPicPr preferRelativeResize="0"/>
          <p:nvPr/>
        </p:nvPicPr>
        <p:blipFill>
          <a:blip r:embed="rId4" cstate="print">
            <a:alphaModFix/>
          </a:blip>
          <a:stretch>
            <a:fillRect/>
          </a:stretch>
        </p:blipFill>
        <p:spPr>
          <a:xfrm rot="9116214">
            <a:off x="7511526" y="565727"/>
            <a:ext cx="2981601" cy="40120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42"/>
        <p:cNvGrpSpPr/>
        <p:nvPr/>
      </p:nvGrpSpPr>
      <p:grpSpPr>
        <a:xfrm>
          <a:off x="0" y="0"/>
          <a:ext cx="0" cy="0"/>
          <a:chOff x="0" y="0"/>
          <a:chExt cx="0" cy="0"/>
        </a:xfrm>
      </p:grpSpPr>
      <p:pic>
        <p:nvPicPr>
          <p:cNvPr id="143" name="Google Shape;143;p1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44;p19"/>
          <p:cNvGrpSpPr/>
          <p:nvPr/>
        </p:nvGrpSpPr>
        <p:grpSpPr>
          <a:xfrm>
            <a:off x="-576577" y="-1474725"/>
            <a:ext cx="10363825" cy="2929874"/>
            <a:chOff x="-576577" y="-1227375"/>
            <a:chExt cx="10363825" cy="2929874"/>
          </a:xfrm>
        </p:grpSpPr>
        <p:pic>
          <p:nvPicPr>
            <p:cNvPr id="145" name="Google Shape;145;p19"/>
            <p:cNvPicPr preferRelativeResize="0"/>
            <p:nvPr/>
          </p:nvPicPr>
          <p:blipFill>
            <a:blip r:embed="rId3" cstate="print">
              <a:alphaModFix amt="52000"/>
            </a:blip>
            <a:stretch>
              <a:fillRect/>
            </a:stretch>
          </p:blipFill>
          <p:spPr>
            <a:xfrm flipH="1">
              <a:off x="7474223" y="-1184322"/>
              <a:ext cx="2313025" cy="2519726"/>
            </a:xfrm>
            <a:prstGeom prst="rect">
              <a:avLst/>
            </a:prstGeom>
            <a:noFill/>
            <a:ln>
              <a:noFill/>
            </a:ln>
          </p:spPr>
        </p:pic>
        <p:pic>
          <p:nvPicPr>
            <p:cNvPr id="146" name="Google Shape;146;p19"/>
            <p:cNvPicPr preferRelativeResize="0"/>
            <p:nvPr/>
          </p:nvPicPr>
          <p:blipFill>
            <a:blip r:embed="rId4" cstate="print">
              <a:alphaModFix amt="57000"/>
            </a:blip>
            <a:stretch>
              <a:fillRect/>
            </a:stretch>
          </p:blipFill>
          <p:spPr>
            <a:xfrm>
              <a:off x="-576577" y="-1227375"/>
              <a:ext cx="2881223" cy="2929874"/>
            </a:xfrm>
            <a:prstGeom prst="rect">
              <a:avLst/>
            </a:prstGeom>
            <a:noFill/>
            <a:ln>
              <a:noFill/>
            </a:ln>
          </p:spPr>
        </p:pic>
      </p:grpSp>
      <p:sp>
        <p:nvSpPr>
          <p:cNvPr id="147" name="Google Shape;147;p19"/>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48"/>
        <p:cNvGrpSpPr/>
        <p:nvPr/>
      </p:nvGrpSpPr>
      <p:grpSpPr>
        <a:xfrm>
          <a:off x="0" y="0"/>
          <a:ext cx="0" cy="0"/>
          <a:chOff x="0" y="0"/>
          <a:chExt cx="0" cy="0"/>
        </a:xfrm>
      </p:grpSpPr>
      <p:pic>
        <p:nvPicPr>
          <p:cNvPr id="149" name="Google Shape;149;p2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0" name="Google Shape;150;p20"/>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1;p20"/>
          <p:cNvGrpSpPr/>
          <p:nvPr/>
        </p:nvGrpSpPr>
        <p:grpSpPr>
          <a:xfrm>
            <a:off x="-1846500" y="-1386399"/>
            <a:ext cx="11304528" cy="8107960"/>
            <a:chOff x="-1846500" y="-1386399"/>
            <a:chExt cx="11304528" cy="8107960"/>
          </a:xfrm>
        </p:grpSpPr>
        <p:pic>
          <p:nvPicPr>
            <p:cNvPr id="152" name="Google Shape;152;p2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153" name="Google Shape;153;p20"/>
            <p:cNvPicPr preferRelativeResize="0"/>
            <p:nvPr/>
          </p:nvPicPr>
          <p:blipFill>
            <a:blip r:embed="rId4" cstate="print">
              <a:alphaModFix amt="47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54"/>
        <p:cNvGrpSpPr/>
        <p:nvPr/>
      </p:nvGrpSpPr>
      <p:grpSpPr>
        <a:xfrm>
          <a:off x="0" y="0"/>
          <a:ext cx="0" cy="0"/>
          <a:chOff x="0" y="0"/>
          <a:chExt cx="0" cy="0"/>
        </a:xfrm>
      </p:grpSpPr>
      <p:pic>
        <p:nvPicPr>
          <p:cNvPr id="155" name="Google Shape;155;p2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56" name="Google Shape;156;p21"/>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grpSp>
        <p:nvGrpSpPr>
          <p:cNvPr id="2" name="Google Shape;157;p21"/>
          <p:cNvGrpSpPr/>
          <p:nvPr/>
        </p:nvGrpSpPr>
        <p:grpSpPr>
          <a:xfrm>
            <a:off x="-2260370" y="-3743099"/>
            <a:ext cx="14611870" cy="7885148"/>
            <a:chOff x="-2459845" y="-4046299"/>
            <a:chExt cx="14611870" cy="7885148"/>
          </a:xfrm>
        </p:grpSpPr>
        <p:pic>
          <p:nvPicPr>
            <p:cNvPr id="158" name="Google Shape;158;p21"/>
            <p:cNvPicPr preferRelativeResize="0"/>
            <p:nvPr/>
          </p:nvPicPr>
          <p:blipFill>
            <a:blip r:embed="rId3" cstate="print">
              <a:alphaModFix amt="32000"/>
            </a:blip>
            <a:stretch>
              <a:fillRect/>
            </a:stretch>
          </p:blipFill>
          <p:spPr>
            <a:xfrm rot="-10558877">
              <a:off x="-2298947" y="-1597926"/>
              <a:ext cx="3030302" cy="4698000"/>
            </a:xfrm>
            <a:prstGeom prst="rect">
              <a:avLst/>
            </a:prstGeom>
            <a:noFill/>
            <a:ln>
              <a:noFill/>
            </a:ln>
          </p:spPr>
        </p:pic>
        <p:pic>
          <p:nvPicPr>
            <p:cNvPr id="159" name="Google Shape;159;p21"/>
            <p:cNvPicPr preferRelativeResize="0"/>
            <p:nvPr/>
          </p:nvPicPr>
          <p:blipFill>
            <a:blip r:embed="rId4" cstate="print">
              <a:alphaModFix amt="50000"/>
            </a:blip>
            <a:stretch>
              <a:fillRect/>
            </a:stretch>
          </p:blipFill>
          <p:spPr>
            <a:xfrm>
              <a:off x="8428901" y="-4046299"/>
              <a:ext cx="3723124" cy="788514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60"/>
        <p:cNvGrpSpPr/>
        <p:nvPr/>
      </p:nvGrpSpPr>
      <p:grpSpPr>
        <a:xfrm>
          <a:off x="0" y="0"/>
          <a:ext cx="0" cy="0"/>
          <a:chOff x="0" y="0"/>
          <a:chExt cx="0" cy="0"/>
        </a:xfrm>
      </p:grpSpPr>
      <p:pic>
        <p:nvPicPr>
          <p:cNvPr id="161" name="Google Shape;161;p2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2" name="Google Shape;162;p22"/>
          <p:cNvSpPr txBox="1">
            <a:spLocks noGrp="1"/>
          </p:cNvSpPr>
          <p:nvPr>
            <p:ph type="title"/>
          </p:nvPr>
        </p:nvSpPr>
        <p:spPr>
          <a:xfrm>
            <a:off x="715050" y="535000"/>
            <a:ext cx="77139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atin typeface="Cardo"/>
                <a:ea typeface="Cardo"/>
                <a:cs typeface="Cardo"/>
                <a:sym typeface="Cardo"/>
              </a:defRPr>
            </a:lvl2pPr>
            <a:lvl3pPr lvl="2" rtl="0">
              <a:spcBef>
                <a:spcPts val="0"/>
              </a:spcBef>
              <a:spcAft>
                <a:spcPts val="0"/>
              </a:spcAft>
              <a:buSzPts val="3500"/>
              <a:buNone/>
              <a:defRPr>
                <a:latin typeface="Cardo"/>
                <a:ea typeface="Cardo"/>
                <a:cs typeface="Cardo"/>
                <a:sym typeface="Cardo"/>
              </a:defRPr>
            </a:lvl3pPr>
            <a:lvl4pPr lvl="3" rtl="0">
              <a:spcBef>
                <a:spcPts val="0"/>
              </a:spcBef>
              <a:spcAft>
                <a:spcPts val="0"/>
              </a:spcAft>
              <a:buSzPts val="3500"/>
              <a:buNone/>
              <a:defRPr>
                <a:latin typeface="Cardo"/>
                <a:ea typeface="Cardo"/>
                <a:cs typeface="Cardo"/>
                <a:sym typeface="Cardo"/>
              </a:defRPr>
            </a:lvl4pPr>
            <a:lvl5pPr lvl="4" rtl="0">
              <a:spcBef>
                <a:spcPts val="0"/>
              </a:spcBef>
              <a:spcAft>
                <a:spcPts val="0"/>
              </a:spcAft>
              <a:buSzPts val="3500"/>
              <a:buNone/>
              <a:defRPr>
                <a:latin typeface="Cardo"/>
                <a:ea typeface="Cardo"/>
                <a:cs typeface="Cardo"/>
                <a:sym typeface="Cardo"/>
              </a:defRPr>
            </a:lvl5pPr>
            <a:lvl6pPr lvl="5" rtl="0">
              <a:spcBef>
                <a:spcPts val="0"/>
              </a:spcBef>
              <a:spcAft>
                <a:spcPts val="0"/>
              </a:spcAft>
              <a:buSzPts val="3500"/>
              <a:buNone/>
              <a:defRPr>
                <a:latin typeface="Cardo"/>
                <a:ea typeface="Cardo"/>
                <a:cs typeface="Cardo"/>
                <a:sym typeface="Cardo"/>
              </a:defRPr>
            </a:lvl6pPr>
            <a:lvl7pPr lvl="6" rtl="0">
              <a:spcBef>
                <a:spcPts val="0"/>
              </a:spcBef>
              <a:spcAft>
                <a:spcPts val="0"/>
              </a:spcAft>
              <a:buSzPts val="3500"/>
              <a:buNone/>
              <a:defRPr>
                <a:latin typeface="Cardo"/>
                <a:ea typeface="Cardo"/>
                <a:cs typeface="Cardo"/>
                <a:sym typeface="Cardo"/>
              </a:defRPr>
            </a:lvl7pPr>
            <a:lvl8pPr lvl="7" rtl="0">
              <a:spcBef>
                <a:spcPts val="0"/>
              </a:spcBef>
              <a:spcAft>
                <a:spcPts val="0"/>
              </a:spcAft>
              <a:buSzPts val="3500"/>
              <a:buNone/>
              <a:defRPr>
                <a:latin typeface="Cardo"/>
                <a:ea typeface="Cardo"/>
                <a:cs typeface="Cardo"/>
                <a:sym typeface="Cardo"/>
              </a:defRPr>
            </a:lvl8pPr>
            <a:lvl9pPr lvl="8" rtl="0">
              <a:spcBef>
                <a:spcPts val="0"/>
              </a:spcBef>
              <a:spcAft>
                <a:spcPts val="0"/>
              </a:spcAft>
              <a:buSzPts val="3500"/>
              <a:buNone/>
              <a:defRPr>
                <a:latin typeface="Cardo"/>
                <a:ea typeface="Cardo"/>
                <a:cs typeface="Cardo"/>
                <a:sym typeface="Cardo"/>
              </a:defRPr>
            </a:lvl9pPr>
          </a:lstStyle>
          <a:p>
            <a:r>
              <a:rPr lang="en-US"/>
              <a:t>Click to edit Master title style</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63"/>
        <p:cNvGrpSpPr/>
        <p:nvPr/>
      </p:nvGrpSpPr>
      <p:grpSpPr>
        <a:xfrm>
          <a:off x="0" y="0"/>
          <a:ext cx="0" cy="0"/>
          <a:chOff x="0" y="0"/>
          <a:chExt cx="0" cy="0"/>
        </a:xfrm>
      </p:grpSpPr>
      <p:pic>
        <p:nvPicPr>
          <p:cNvPr id="164" name="Google Shape;164;p2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165" name="Google Shape;165;p23"/>
          <p:cNvSpPr txBox="1">
            <a:spLocks noGrp="1"/>
          </p:cNvSpPr>
          <p:nvPr>
            <p:ph type="title"/>
          </p:nvPr>
        </p:nvSpPr>
        <p:spPr>
          <a:xfrm>
            <a:off x="4237673" y="1775425"/>
            <a:ext cx="27684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66" name="Google Shape;166;p23"/>
          <p:cNvSpPr txBox="1">
            <a:spLocks noGrp="1"/>
          </p:cNvSpPr>
          <p:nvPr>
            <p:ph type="title" idx="2" hasCustomPrompt="1"/>
          </p:nvPr>
        </p:nvSpPr>
        <p:spPr>
          <a:xfrm>
            <a:off x="2474011" y="1592863"/>
            <a:ext cx="2112300" cy="1413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7" name="Google Shape;167;p23"/>
          <p:cNvSpPr txBox="1">
            <a:spLocks noGrp="1"/>
          </p:cNvSpPr>
          <p:nvPr>
            <p:ph type="subTitle" idx="1"/>
          </p:nvPr>
        </p:nvSpPr>
        <p:spPr>
          <a:xfrm>
            <a:off x="4237673" y="3149536"/>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168" name="Google Shape;168;p23"/>
          <p:cNvPicPr preferRelativeResize="0"/>
          <p:nvPr/>
        </p:nvPicPr>
        <p:blipFill>
          <a:blip r:embed="rId3" cstate="print">
            <a:alphaModFix amt="30000"/>
          </a:blip>
          <a:stretch>
            <a:fillRect/>
          </a:stretch>
        </p:blipFill>
        <p:spPr>
          <a:xfrm>
            <a:off x="0" y="-5"/>
            <a:ext cx="9144003" cy="3116462"/>
          </a:xfrm>
          <a:prstGeom prst="rect">
            <a:avLst/>
          </a:prstGeom>
          <a:noFill/>
          <a:ln>
            <a:noFill/>
          </a:ln>
        </p:spPr>
      </p:pic>
      <p:pic>
        <p:nvPicPr>
          <p:cNvPr id="169" name="Google Shape;169;p23"/>
          <p:cNvPicPr preferRelativeResize="0"/>
          <p:nvPr/>
        </p:nvPicPr>
        <p:blipFill>
          <a:blip r:embed="rId4" cstate="print">
            <a:alphaModFix amt="49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70"/>
        <p:cNvGrpSpPr/>
        <p:nvPr/>
      </p:nvGrpSpPr>
      <p:grpSpPr>
        <a:xfrm>
          <a:off x="0" y="0"/>
          <a:ext cx="0" cy="0"/>
          <a:chOff x="0" y="0"/>
          <a:chExt cx="0" cy="0"/>
        </a:xfrm>
      </p:grpSpPr>
      <p:pic>
        <p:nvPicPr>
          <p:cNvPr id="171" name="Google Shape;171;p2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2" name="Google Shape;172;p24"/>
          <p:cNvPicPr preferRelativeResize="0"/>
          <p:nvPr/>
        </p:nvPicPr>
        <p:blipFill>
          <a:blip r:embed="rId3" cstate="print">
            <a:alphaModFix amt="30000"/>
          </a:blip>
          <a:stretch>
            <a:fillRect/>
          </a:stretch>
        </p:blipFill>
        <p:spPr>
          <a:xfrm>
            <a:off x="0" y="-7"/>
            <a:ext cx="9144003" cy="6094507"/>
          </a:xfrm>
          <a:prstGeom prst="rect">
            <a:avLst/>
          </a:prstGeom>
          <a:noFill/>
          <a:ln>
            <a:noFill/>
          </a:ln>
        </p:spPr>
      </p:pic>
      <p:pic>
        <p:nvPicPr>
          <p:cNvPr id="173" name="Google Shape;173;p24"/>
          <p:cNvPicPr preferRelativeResize="0"/>
          <p:nvPr/>
        </p:nvPicPr>
        <p:blipFill>
          <a:blip r:embed="rId4" cstate="print">
            <a:alphaModFix amt="44000"/>
          </a:blip>
          <a:stretch>
            <a:fillRect/>
          </a:stretch>
        </p:blipFill>
        <p:spPr>
          <a:xfrm>
            <a:off x="-844998" y="-1237050"/>
            <a:ext cx="4705600" cy="4785050"/>
          </a:xfrm>
          <a:prstGeom prst="rect">
            <a:avLst/>
          </a:prstGeom>
          <a:noFill/>
          <a:ln>
            <a:noFill/>
          </a:ln>
        </p:spPr>
      </p:pic>
      <p:sp>
        <p:nvSpPr>
          <p:cNvPr id="174" name="Google Shape;174;p24"/>
          <p:cNvSpPr txBox="1">
            <a:spLocks noGrp="1"/>
          </p:cNvSpPr>
          <p:nvPr>
            <p:ph type="title"/>
          </p:nvPr>
        </p:nvSpPr>
        <p:spPr>
          <a:xfrm>
            <a:off x="1887557" y="1850495"/>
            <a:ext cx="29718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75" name="Google Shape;175;p24"/>
          <p:cNvSpPr txBox="1">
            <a:spLocks noGrp="1"/>
          </p:cNvSpPr>
          <p:nvPr>
            <p:ph type="title" idx="2" hasCustomPrompt="1"/>
          </p:nvPr>
        </p:nvSpPr>
        <p:spPr>
          <a:xfrm>
            <a:off x="5091347" y="1436750"/>
            <a:ext cx="2165100" cy="1867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6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76" name="Google Shape;176;p24"/>
          <p:cNvSpPr txBox="1">
            <a:spLocks noGrp="1"/>
          </p:cNvSpPr>
          <p:nvPr>
            <p:ph type="subTitle" idx="1"/>
          </p:nvPr>
        </p:nvSpPr>
        <p:spPr>
          <a:xfrm>
            <a:off x="1892557" y="3192962"/>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77"/>
        <p:cNvGrpSpPr/>
        <p:nvPr/>
      </p:nvGrpSpPr>
      <p:grpSpPr>
        <a:xfrm>
          <a:off x="0" y="0"/>
          <a:ext cx="0" cy="0"/>
          <a:chOff x="0" y="0"/>
          <a:chExt cx="0" cy="0"/>
        </a:xfrm>
      </p:grpSpPr>
      <p:pic>
        <p:nvPicPr>
          <p:cNvPr id="178" name="Google Shape;178;p2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79" name="Google Shape;179;p25"/>
          <p:cNvPicPr preferRelativeResize="0"/>
          <p:nvPr/>
        </p:nvPicPr>
        <p:blipFill>
          <a:blip r:embed="rId3" cstate="print">
            <a:alphaModFix amt="30000"/>
          </a:blip>
          <a:stretch>
            <a:fillRect/>
          </a:stretch>
        </p:blipFill>
        <p:spPr>
          <a:xfrm>
            <a:off x="0" y="-947289"/>
            <a:ext cx="9144003" cy="6098978"/>
          </a:xfrm>
          <a:prstGeom prst="rect">
            <a:avLst/>
          </a:prstGeom>
          <a:noFill/>
          <a:ln>
            <a:noFill/>
          </a:ln>
        </p:spPr>
      </p:pic>
      <p:grpSp>
        <p:nvGrpSpPr>
          <p:cNvPr id="2" name="Google Shape;180;p25"/>
          <p:cNvGrpSpPr/>
          <p:nvPr/>
        </p:nvGrpSpPr>
        <p:grpSpPr>
          <a:xfrm>
            <a:off x="7353187" y="285158"/>
            <a:ext cx="1435761" cy="1460042"/>
            <a:chOff x="557362" y="374583"/>
            <a:chExt cx="1435761" cy="1460042"/>
          </a:xfrm>
        </p:grpSpPr>
        <p:pic>
          <p:nvPicPr>
            <p:cNvPr id="181" name="Google Shape;181;p25"/>
            <p:cNvPicPr preferRelativeResize="0"/>
            <p:nvPr/>
          </p:nvPicPr>
          <p:blipFill>
            <a:blip r:embed="rId4" cstate="print">
              <a:alphaModFix amt="49000"/>
            </a:blip>
            <a:stretch>
              <a:fillRect/>
            </a:stretch>
          </p:blipFill>
          <p:spPr>
            <a:xfrm>
              <a:off x="715100" y="535000"/>
              <a:ext cx="1278024" cy="1299625"/>
            </a:xfrm>
            <a:prstGeom prst="rect">
              <a:avLst/>
            </a:prstGeom>
            <a:noFill/>
            <a:ln>
              <a:noFill/>
            </a:ln>
          </p:spPr>
        </p:pic>
        <p:pic>
          <p:nvPicPr>
            <p:cNvPr id="182" name="Google Shape;182;p25"/>
            <p:cNvPicPr preferRelativeResize="0"/>
            <p:nvPr/>
          </p:nvPicPr>
          <p:blipFill>
            <a:blip r:embed="rId5" cstate="print">
              <a:alphaModFix amt="44000"/>
            </a:blip>
            <a:stretch>
              <a:fillRect/>
            </a:stretch>
          </p:blipFill>
          <p:spPr>
            <a:xfrm flipH="1">
              <a:off x="557362" y="374583"/>
              <a:ext cx="315473" cy="320824"/>
            </a:xfrm>
            <a:prstGeom prst="rect">
              <a:avLst/>
            </a:prstGeom>
            <a:noFill/>
            <a:ln>
              <a:noFill/>
            </a:ln>
          </p:spPr>
        </p:pic>
      </p:grpSp>
      <p:sp>
        <p:nvSpPr>
          <p:cNvPr id="183" name="Google Shape;183;p25"/>
          <p:cNvSpPr txBox="1">
            <a:spLocks noGrp="1"/>
          </p:cNvSpPr>
          <p:nvPr>
            <p:ph type="title"/>
          </p:nvPr>
        </p:nvSpPr>
        <p:spPr>
          <a:xfrm>
            <a:off x="2655850" y="1107700"/>
            <a:ext cx="3832200" cy="111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84" name="Google Shape;184;p25"/>
          <p:cNvSpPr txBox="1">
            <a:spLocks noGrp="1"/>
          </p:cNvSpPr>
          <p:nvPr>
            <p:ph type="title" idx="2" hasCustomPrompt="1"/>
          </p:nvPr>
        </p:nvSpPr>
        <p:spPr>
          <a:xfrm>
            <a:off x="2996500" y="3147250"/>
            <a:ext cx="3150900" cy="107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5" name="Google Shape;185;p25"/>
          <p:cNvSpPr txBox="1">
            <a:spLocks noGrp="1"/>
          </p:cNvSpPr>
          <p:nvPr>
            <p:ph type="subTitle" idx="1"/>
          </p:nvPr>
        </p:nvSpPr>
        <p:spPr>
          <a:xfrm>
            <a:off x="3187750" y="2483994"/>
            <a:ext cx="27684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86"/>
        <p:cNvGrpSpPr/>
        <p:nvPr/>
      </p:nvGrpSpPr>
      <p:grpSpPr>
        <a:xfrm>
          <a:off x="0" y="0"/>
          <a:ext cx="0" cy="0"/>
          <a:chOff x="0" y="0"/>
          <a:chExt cx="0" cy="0"/>
        </a:xfrm>
      </p:grpSpPr>
      <p:pic>
        <p:nvPicPr>
          <p:cNvPr id="187" name="Google Shape;187;p2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188" name="Google Shape;188;p26"/>
          <p:cNvPicPr preferRelativeResize="0"/>
          <p:nvPr/>
        </p:nvPicPr>
        <p:blipFill>
          <a:blip r:embed="rId3" cstate="print">
            <a:alphaModFix amt="30000"/>
          </a:blip>
          <a:stretch>
            <a:fillRect/>
          </a:stretch>
        </p:blipFill>
        <p:spPr>
          <a:xfrm rot="10800000">
            <a:off x="0" y="-431300"/>
            <a:ext cx="9144003" cy="6098975"/>
          </a:xfrm>
          <a:prstGeom prst="rect">
            <a:avLst/>
          </a:prstGeom>
          <a:noFill/>
          <a:ln>
            <a:noFill/>
          </a:ln>
        </p:spPr>
      </p:pic>
      <p:sp>
        <p:nvSpPr>
          <p:cNvPr id="189" name="Google Shape;189;p26"/>
          <p:cNvSpPr txBox="1">
            <a:spLocks noGrp="1"/>
          </p:cNvSpPr>
          <p:nvPr>
            <p:ph type="title"/>
          </p:nvPr>
        </p:nvSpPr>
        <p:spPr>
          <a:xfrm>
            <a:off x="3992510" y="1565802"/>
            <a:ext cx="3832200" cy="1117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0" name="Google Shape;190;p26"/>
          <p:cNvSpPr txBox="1">
            <a:spLocks noGrp="1"/>
          </p:cNvSpPr>
          <p:nvPr>
            <p:ph type="title" idx="2" hasCustomPrompt="1"/>
          </p:nvPr>
        </p:nvSpPr>
        <p:spPr>
          <a:xfrm>
            <a:off x="2265764" y="1514510"/>
            <a:ext cx="3150900" cy="1079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91" name="Google Shape;191;p26"/>
          <p:cNvSpPr txBox="1">
            <a:spLocks noGrp="1"/>
          </p:cNvSpPr>
          <p:nvPr>
            <p:ph type="subTitle" idx="1"/>
          </p:nvPr>
        </p:nvSpPr>
        <p:spPr>
          <a:xfrm>
            <a:off x="3992510" y="2929678"/>
            <a:ext cx="2768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92"/>
        <p:cNvGrpSpPr/>
        <p:nvPr/>
      </p:nvGrpSpPr>
      <p:grpSpPr>
        <a:xfrm>
          <a:off x="0" y="0"/>
          <a:ext cx="0" cy="0"/>
          <a:chOff x="0" y="0"/>
          <a:chExt cx="0" cy="0"/>
        </a:xfrm>
      </p:grpSpPr>
      <p:pic>
        <p:nvPicPr>
          <p:cNvPr id="193" name="Google Shape;193;p2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194;p27"/>
          <p:cNvGrpSpPr/>
          <p:nvPr/>
        </p:nvGrpSpPr>
        <p:grpSpPr>
          <a:xfrm>
            <a:off x="-663524" y="-279925"/>
            <a:ext cx="5639853" cy="7085221"/>
            <a:chOff x="-663524" y="-279925"/>
            <a:chExt cx="5639853" cy="7085221"/>
          </a:xfrm>
        </p:grpSpPr>
        <p:pic>
          <p:nvPicPr>
            <p:cNvPr id="195" name="Google Shape;195;p27"/>
            <p:cNvPicPr preferRelativeResize="0"/>
            <p:nvPr/>
          </p:nvPicPr>
          <p:blipFill>
            <a:blip r:embed="rId3" cstate="print">
              <a:alphaModFix amt="26000"/>
            </a:blip>
            <a:stretch>
              <a:fillRect/>
            </a:stretch>
          </p:blipFill>
          <p:spPr>
            <a:xfrm rot="8851044" flipH="1">
              <a:off x="905324" y="1640501"/>
              <a:ext cx="3042426" cy="4716799"/>
            </a:xfrm>
            <a:prstGeom prst="rect">
              <a:avLst/>
            </a:prstGeom>
            <a:noFill/>
            <a:ln>
              <a:noFill/>
            </a:ln>
          </p:spPr>
        </p:pic>
        <p:pic>
          <p:nvPicPr>
            <p:cNvPr id="196" name="Google Shape;196;p27"/>
            <p:cNvPicPr preferRelativeResize="0"/>
            <p:nvPr/>
          </p:nvPicPr>
          <p:blipFill>
            <a:blip r:embed="rId4" cstate="print">
              <a:alphaModFix amt="37000"/>
            </a:blip>
            <a:stretch>
              <a:fillRect/>
            </a:stretch>
          </p:blipFill>
          <p:spPr>
            <a:xfrm>
              <a:off x="1578325" y="-229924"/>
              <a:ext cx="660099" cy="671252"/>
            </a:xfrm>
            <a:prstGeom prst="rect">
              <a:avLst/>
            </a:prstGeom>
            <a:noFill/>
            <a:ln>
              <a:noFill/>
            </a:ln>
          </p:spPr>
        </p:pic>
        <p:pic>
          <p:nvPicPr>
            <p:cNvPr id="197" name="Google Shape;197;p27"/>
            <p:cNvPicPr preferRelativeResize="0"/>
            <p:nvPr/>
          </p:nvPicPr>
          <p:blipFill>
            <a:blip r:embed="rId5" cstate="print">
              <a:alphaModFix amt="33000"/>
            </a:blip>
            <a:stretch>
              <a:fillRect/>
            </a:stretch>
          </p:blipFill>
          <p:spPr>
            <a:xfrm flipH="1">
              <a:off x="-663524" y="-279925"/>
              <a:ext cx="1947024" cy="1980027"/>
            </a:xfrm>
            <a:prstGeom prst="rect">
              <a:avLst/>
            </a:prstGeom>
            <a:noFill/>
            <a:ln>
              <a:noFill/>
            </a:ln>
          </p:spPr>
        </p:pic>
      </p:grpSp>
      <p:sp>
        <p:nvSpPr>
          <p:cNvPr id="198" name="Google Shape;198;p27"/>
          <p:cNvSpPr txBox="1">
            <a:spLocks noGrp="1"/>
          </p:cNvSpPr>
          <p:nvPr>
            <p:ph type="title"/>
          </p:nvPr>
        </p:nvSpPr>
        <p:spPr>
          <a:xfrm>
            <a:off x="1976457" y="1562421"/>
            <a:ext cx="3150900" cy="1117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99" name="Google Shape;199;p27"/>
          <p:cNvSpPr txBox="1">
            <a:spLocks noGrp="1"/>
          </p:cNvSpPr>
          <p:nvPr>
            <p:ph type="title" idx="2" hasCustomPrompt="1"/>
          </p:nvPr>
        </p:nvSpPr>
        <p:spPr>
          <a:xfrm>
            <a:off x="3748582" y="1549507"/>
            <a:ext cx="3150900" cy="1079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0300">
                <a:solidFill>
                  <a:schemeClr val="accen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00" name="Google Shape;200;p27"/>
          <p:cNvSpPr txBox="1">
            <a:spLocks noGrp="1"/>
          </p:cNvSpPr>
          <p:nvPr>
            <p:ph type="subTitle" idx="1"/>
          </p:nvPr>
        </p:nvSpPr>
        <p:spPr>
          <a:xfrm>
            <a:off x="2155557" y="2933311"/>
            <a:ext cx="29718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01"/>
        <p:cNvGrpSpPr/>
        <p:nvPr/>
      </p:nvGrpSpPr>
      <p:grpSpPr>
        <a:xfrm>
          <a:off x="0" y="0"/>
          <a:ext cx="0" cy="0"/>
          <a:chOff x="0" y="0"/>
          <a:chExt cx="0" cy="0"/>
        </a:xfrm>
      </p:grpSpPr>
      <p:pic>
        <p:nvPicPr>
          <p:cNvPr id="202" name="Google Shape;202;p2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03" name="Google Shape;203;p28"/>
          <p:cNvSpPr txBox="1">
            <a:spLocks noGrp="1"/>
          </p:cNvSpPr>
          <p:nvPr>
            <p:ph type="title"/>
          </p:nvPr>
        </p:nvSpPr>
        <p:spPr>
          <a:xfrm>
            <a:off x="3865000" y="3575328"/>
            <a:ext cx="4563900" cy="531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1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lang="en-US"/>
              <a:t>Click to edit Master title style</a:t>
            </a:r>
            <a:endParaRPr/>
          </a:p>
        </p:txBody>
      </p:sp>
      <p:sp>
        <p:nvSpPr>
          <p:cNvPr id="204" name="Google Shape;204;p28"/>
          <p:cNvSpPr txBox="1">
            <a:spLocks noGrp="1"/>
          </p:cNvSpPr>
          <p:nvPr>
            <p:ph type="subTitle" idx="1"/>
          </p:nvPr>
        </p:nvSpPr>
        <p:spPr>
          <a:xfrm>
            <a:off x="2462250" y="1347275"/>
            <a:ext cx="5967000" cy="2077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500"/>
              <a:buNone/>
              <a:defRPr sz="3000">
                <a:solidFill>
                  <a:schemeClr val="dk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r>
              <a:rPr lang="en-US"/>
              <a:t>Click to edit Master subtitle style</a:t>
            </a:r>
            <a:endParaRPr/>
          </a:p>
        </p:txBody>
      </p:sp>
      <p:pic>
        <p:nvPicPr>
          <p:cNvPr id="205" name="Google Shape;205;p28"/>
          <p:cNvPicPr preferRelativeResize="0"/>
          <p:nvPr/>
        </p:nvPicPr>
        <p:blipFill>
          <a:blip r:embed="rId3" cstate="print">
            <a:alphaModFix amt="21000"/>
          </a:blip>
          <a:stretch>
            <a:fillRect/>
          </a:stretch>
        </p:blipFill>
        <p:spPr>
          <a:xfrm rot="1586418">
            <a:off x="-764950" y="60749"/>
            <a:ext cx="3165078" cy="4906957"/>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06"/>
        <p:cNvGrpSpPr/>
        <p:nvPr/>
      </p:nvGrpSpPr>
      <p:grpSpPr>
        <a:xfrm>
          <a:off x="0" y="0"/>
          <a:ext cx="0" cy="0"/>
          <a:chOff x="0" y="0"/>
          <a:chExt cx="0" cy="0"/>
        </a:xfrm>
      </p:grpSpPr>
      <p:pic>
        <p:nvPicPr>
          <p:cNvPr id="207" name="Google Shape;207;p2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08;p29"/>
          <p:cNvGrpSpPr/>
          <p:nvPr/>
        </p:nvGrpSpPr>
        <p:grpSpPr>
          <a:xfrm>
            <a:off x="-1078051" y="-828301"/>
            <a:ext cx="10800649" cy="6495486"/>
            <a:chOff x="-1078051" y="-828301"/>
            <a:chExt cx="10800649" cy="6495486"/>
          </a:xfrm>
        </p:grpSpPr>
        <p:pic>
          <p:nvPicPr>
            <p:cNvPr id="209" name="Google Shape;209;p29"/>
            <p:cNvPicPr preferRelativeResize="0"/>
            <p:nvPr/>
          </p:nvPicPr>
          <p:blipFill>
            <a:blip r:embed="rId3" cstate="print">
              <a:alphaModFix amt="44000"/>
            </a:blip>
            <a:stretch>
              <a:fillRect/>
            </a:stretch>
          </p:blipFill>
          <p:spPr>
            <a:xfrm rot="4499998">
              <a:off x="517536" y="-1566832"/>
              <a:ext cx="2446178" cy="5180760"/>
            </a:xfrm>
            <a:prstGeom prst="rect">
              <a:avLst/>
            </a:prstGeom>
            <a:noFill/>
            <a:ln>
              <a:noFill/>
            </a:ln>
          </p:spPr>
        </p:pic>
        <p:pic>
          <p:nvPicPr>
            <p:cNvPr id="210" name="Google Shape;210;p29"/>
            <p:cNvPicPr preferRelativeResize="0"/>
            <p:nvPr/>
          </p:nvPicPr>
          <p:blipFill>
            <a:blip r:embed="rId4" cstate="print">
              <a:alphaModFix amt="34000"/>
            </a:blip>
            <a:stretch>
              <a:fillRect/>
            </a:stretch>
          </p:blipFill>
          <p:spPr>
            <a:xfrm rot="4932521">
              <a:off x="7662897" y="3595450"/>
              <a:ext cx="1859885" cy="2026087"/>
            </a:xfrm>
            <a:prstGeom prst="rect">
              <a:avLst/>
            </a:prstGeom>
            <a:noFill/>
            <a:ln>
              <a:noFill/>
            </a:ln>
          </p:spPr>
        </p:pic>
      </p:grpSp>
      <p:sp>
        <p:nvSpPr>
          <p:cNvPr id="211" name="Google Shape;211;p29"/>
          <p:cNvSpPr txBox="1">
            <a:spLocks noGrp="1"/>
          </p:cNvSpPr>
          <p:nvPr>
            <p:ph type="subTitle" idx="1"/>
          </p:nvPr>
        </p:nvSpPr>
        <p:spPr>
          <a:xfrm>
            <a:off x="720000" y="3603150"/>
            <a:ext cx="2586600" cy="100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2" name="Google Shape;212;p29"/>
          <p:cNvSpPr txBox="1">
            <a:spLocks noGrp="1"/>
          </p:cNvSpPr>
          <p:nvPr>
            <p:ph type="title"/>
          </p:nvPr>
        </p:nvSpPr>
        <p:spPr>
          <a:xfrm>
            <a:off x="720000" y="2328775"/>
            <a:ext cx="2586600" cy="1076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13"/>
        <p:cNvGrpSpPr/>
        <p:nvPr/>
      </p:nvGrpSpPr>
      <p:grpSpPr>
        <a:xfrm>
          <a:off x="0" y="0"/>
          <a:ext cx="0" cy="0"/>
          <a:chOff x="0" y="0"/>
          <a:chExt cx="0" cy="0"/>
        </a:xfrm>
      </p:grpSpPr>
      <p:pic>
        <p:nvPicPr>
          <p:cNvPr id="214" name="Google Shape;214;p3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15" name="Google Shape;215;p30"/>
          <p:cNvPicPr preferRelativeResize="0"/>
          <p:nvPr/>
        </p:nvPicPr>
        <p:blipFill>
          <a:blip r:embed="rId3" cstate="print">
            <a:alphaModFix amt="17000"/>
          </a:blip>
          <a:stretch>
            <a:fillRect/>
          </a:stretch>
        </p:blipFill>
        <p:spPr>
          <a:xfrm flipH="1">
            <a:off x="0" y="-5"/>
            <a:ext cx="9144003" cy="3116462"/>
          </a:xfrm>
          <a:prstGeom prst="rect">
            <a:avLst/>
          </a:prstGeom>
          <a:noFill/>
          <a:ln>
            <a:noFill/>
          </a:ln>
        </p:spPr>
      </p:pic>
      <p:sp>
        <p:nvSpPr>
          <p:cNvPr id="216" name="Google Shape;216;p30"/>
          <p:cNvSpPr txBox="1">
            <a:spLocks noGrp="1"/>
          </p:cNvSpPr>
          <p:nvPr>
            <p:ph type="subTitle" idx="1"/>
          </p:nvPr>
        </p:nvSpPr>
        <p:spPr>
          <a:xfrm>
            <a:off x="715100" y="2935500"/>
            <a:ext cx="3180600" cy="109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17" name="Google Shape;217;p30"/>
          <p:cNvSpPr txBox="1">
            <a:spLocks noGrp="1"/>
          </p:cNvSpPr>
          <p:nvPr>
            <p:ph type="title"/>
          </p:nvPr>
        </p:nvSpPr>
        <p:spPr>
          <a:xfrm>
            <a:off x="715100" y="1341800"/>
            <a:ext cx="3751800" cy="1395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18"/>
        <p:cNvGrpSpPr/>
        <p:nvPr/>
      </p:nvGrpSpPr>
      <p:grpSpPr>
        <a:xfrm>
          <a:off x="0" y="0"/>
          <a:ext cx="0" cy="0"/>
          <a:chOff x="0" y="0"/>
          <a:chExt cx="0" cy="0"/>
        </a:xfrm>
      </p:grpSpPr>
      <p:pic>
        <p:nvPicPr>
          <p:cNvPr id="219" name="Google Shape;219;p3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0" name="Google Shape;220;p31"/>
          <p:cNvPicPr preferRelativeResize="0"/>
          <p:nvPr/>
        </p:nvPicPr>
        <p:blipFill>
          <a:blip r:embed="rId3" cstate="print">
            <a:alphaModFix amt="15000"/>
          </a:blip>
          <a:stretch>
            <a:fillRect/>
          </a:stretch>
        </p:blipFill>
        <p:spPr>
          <a:xfrm flipH="1">
            <a:off x="0" y="-5"/>
            <a:ext cx="9144003" cy="3116462"/>
          </a:xfrm>
          <a:prstGeom prst="rect">
            <a:avLst/>
          </a:prstGeom>
          <a:noFill/>
          <a:ln>
            <a:noFill/>
          </a:ln>
        </p:spPr>
      </p:pic>
      <p:sp>
        <p:nvSpPr>
          <p:cNvPr id="221" name="Google Shape;221;p31"/>
          <p:cNvSpPr txBox="1">
            <a:spLocks noGrp="1"/>
          </p:cNvSpPr>
          <p:nvPr>
            <p:ph type="subTitle" idx="1"/>
          </p:nvPr>
        </p:nvSpPr>
        <p:spPr>
          <a:xfrm>
            <a:off x="4263100" y="2740825"/>
            <a:ext cx="3820800" cy="9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2" name="Google Shape;222;p31"/>
          <p:cNvSpPr txBox="1">
            <a:spLocks noGrp="1"/>
          </p:cNvSpPr>
          <p:nvPr>
            <p:ph type="title"/>
          </p:nvPr>
        </p:nvSpPr>
        <p:spPr>
          <a:xfrm>
            <a:off x="4263100" y="1871650"/>
            <a:ext cx="3820800" cy="659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23"/>
        <p:cNvGrpSpPr/>
        <p:nvPr/>
      </p:nvGrpSpPr>
      <p:grpSpPr>
        <a:xfrm>
          <a:off x="0" y="0"/>
          <a:ext cx="0" cy="0"/>
          <a:chOff x="0" y="0"/>
          <a:chExt cx="0" cy="0"/>
        </a:xfrm>
      </p:grpSpPr>
      <p:pic>
        <p:nvPicPr>
          <p:cNvPr id="224" name="Google Shape;224;p3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25" name="Google Shape;225;p32"/>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
        <p:nvSpPr>
          <p:cNvPr id="226" name="Google Shape;226;p32"/>
          <p:cNvSpPr txBox="1">
            <a:spLocks noGrp="1"/>
          </p:cNvSpPr>
          <p:nvPr>
            <p:ph type="subTitle" idx="1"/>
          </p:nvPr>
        </p:nvSpPr>
        <p:spPr>
          <a:xfrm>
            <a:off x="715100" y="1274025"/>
            <a:ext cx="7713900" cy="280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34343"/>
              </a:buClr>
              <a:buSzPts val="1400"/>
              <a:buFont typeface="Anaheim"/>
              <a:buChar char="○"/>
              <a:defRPr sz="1200">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27" name="Google Shape;227;p32"/>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28"/>
        <p:cNvGrpSpPr/>
        <p:nvPr/>
      </p:nvGrpSpPr>
      <p:grpSpPr>
        <a:xfrm>
          <a:off x="0" y="0"/>
          <a:ext cx="0" cy="0"/>
          <a:chOff x="0" y="0"/>
          <a:chExt cx="0" cy="0"/>
        </a:xfrm>
      </p:grpSpPr>
      <p:pic>
        <p:nvPicPr>
          <p:cNvPr id="229" name="Google Shape;229;p3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230" name="Google Shape;230;p33"/>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31" name="Google Shape;231;p33"/>
          <p:cNvSpPr txBox="1">
            <a:spLocks noGrp="1"/>
          </p:cNvSpPr>
          <p:nvPr>
            <p:ph type="subTitle" idx="1"/>
          </p:nvPr>
        </p:nvSpPr>
        <p:spPr>
          <a:xfrm>
            <a:off x="715100" y="1175650"/>
            <a:ext cx="40047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Font typeface="Anaheim"/>
              <a:buChar char="○"/>
              <a:defRPr>
                <a:solidFill>
                  <a:schemeClr val="dk1"/>
                </a:solidFill>
              </a:defRPr>
            </a:lvl1pPr>
            <a:lvl2pPr lvl="1" rtl="0">
              <a:lnSpc>
                <a:spcPct val="100000"/>
              </a:lnSpc>
              <a:spcBef>
                <a:spcPts val="1000"/>
              </a:spcBef>
              <a:spcAft>
                <a:spcPts val="0"/>
              </a:spcAft>
              <a:buClr>
                <a:srgbClr val="434343"/>
              </a:buClr>
              <a:buSzPts val="1200"/>
              <a:buFont typeface="Roboto Condensed Light"/>
              <a:buChar char="○"/>
              <a:defRPr/>
            </a:lvl2pPr>
            <a:lvl3pPr lvl="2" rtl="0">
              <a:lnSpc>
                <a:spcPct val="100000"/>
              </a:lnSpc>
              <a:spcBef>
                <a:spcPts val="0"/>
              </a:spcBef>
              <a:spcAft>
                <a:spcPts val="0"/>
              </a:spcAft>
              <a:buClr>
                <a:srgbClr val="434343"/>
              </a:buClr>
              <a:buSzPts val="1200"/>
              <a:buFont typeface="Roboto Condensed Light"/>
              <a:buChar char="■"/>
              <a:defRPr/>
            </a:lvl3pPr>
            <a:lvl4pPr lvl="3" rtl="0">
              <a:lnSpc>
                <a:spcPct val="100000"/>
              </a:lnSpc>
              <a:spcBef>
                <a:spcPts val="0"/>
              </a:spcBef>
              <a:spcAft>
                <a:spcPts val="0"/>
              </a:spcAft>
              <a:buClr>
                <a:srgbClr val="434343"/>
              </a:buClr>
              <a:buSzPts val="1200"/>
              <a:buFont typeface="Roboto Condensed Light"/>
              <a:buChar char="●"/>
              <a:defRPr/>
            </a:lvl4pPr>
            <a:lvl5pPr lvl="4" rtl="0">
              <a:lnSpc>
                <a:spcPct val="100000"/>
              </a:lnSpc>
              <a:spcBef>
                <a:spcPts val="0"/>
              </a:spcBef>
              <a:spcAft>
                <a:spcPts val="0"/>
              </a:spcAft>
              <a:buClr>
                <a:srgbClr val="434343"/>
              </a:buClr>
              <a:buSzPts val="1200"/>
              <a:buFont typeface="Roboto Condensed Light"/>
              <a:buChar char="○"/>
              <a:defRPr/>
            </a:lvl5pPr>
            <a:lvl6pPr lvl="5" rtl="0">
              <a:lnSpc>
                <a:spcPct val="100000"/>
              </a:lnSpc>
              <a:spcBef>
                <a:spcPts val="0"/>
              </a:spcBef>
              <a:spcAft>
                <a:spcPts val="0"/>
              </a:spcAft>
              <a:buClr>
                <a:srgbClr val="434343"/>
              </a:buClr>
              <a:buSzPts val="1200"/>
              <a:buFont typeface="Roboto Condensed Light"/>
              <a:buChar char="■"/>
              <a:defRPr/>
            </a:lvl6pPr>
            <a:lvl7pPr lvl="6" rtl="0">
              <a:lnSpc>
                <a:spcPct val="100000"/>
              </a:lnSpc>
              <a:spcBef>
                <a:spcPts val="0"/>
              </a:spcBef>
              <a:spcAft>
                <a:spcPts val="0"/>
              </a:spcAft>
              <a:buClr>
                <a:srgbClr val="434343"/>
              </a:buClr>
              <a:buSzPts val="1200"/>
              <a:buFont typeface="Roboto Condensed Light"/>
              <a:buChar char="●"/>
              <a:defRPr/>
            </a:lvl7pPr>
            <a:lvl8pPr lvl="7" rtl="0">
              <a:lnSpc>
                <a:spcPct val="100000"/>
              </a:lnSpc>
              <a:spcBef>
                <a:spcPts val="0"/>
              </a:spcBef>
              <a:spcAft>
                <a:spcPts val="0"/>
              </a:spcAft>
              <a:buClr>
                <a:srgbClr val="434343"/>
              </a:buClr>
              <a:buSzPts val="1200"/>
              <a:buFont typeface="Roboto Condensed Light"/>
              <a:buChar char="○"/>
              <a:defRPr/>
            </a:lvl8pPr>
            <a:lvl9pPr lvl="8"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232" name="Google Shape;232;p33"/>
          <p:cNvSpPr txBox="1">
            <a:spLocks noGrp="1"/>
          </p:cNvSpPr>
          <p:nvPr>
            <p:ph type="subTitle" idx="2"/>
          </p:nvPr>
        </p:nvSpPr>
        <p:spPr>
          <a:xfrm>
            <a:off x="4994900" y="1175650"/>
            <a:ext cx="3429000" cy="343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defRPr>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r>
              <a:rPr lang="en-US"/>
              <a:t>Click to edit Master subtitle style</a:t>
            </a:r>
            <a:endParaRPr/>
          </a:p>
        </p:txBody>
      </p:sp>
      <p:pic>
        <p:nvPicPr>
          <p:cNvPr id="233" name="Google Shape;233;p33"/>
          <p:cNvPicPr preferRelativeResize="0"/>
          <p:nvPr/>
        </p:nvPicPr>
        <p:blipFill>
          <a:blip r:embed="rId3" cstate="print">
            <a:alphaModFix amt="35000"/>
          </a:blip>
          <a:stretch>
            <a:fillRect/>
          </a:stretch>
        </p:blipFill>
        <p:spPr>
          <a:xfrm rot="5400000" flipH="1">
            <a:off x="6321149" y="2509026"/>
            <a:ext cx="2028050" cy="429514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34"/>
        <p:cNvGrpSpPr/>
        <p:nvPr/>
      </p:nvGrpSpPr>
      <p:grpSpPr>
        <a:xfrm>
          <a:off x="0" y="0"/>
          <a:ext cx="0" cy="0"/>
          <a:chOff x="0" y="0"/>
          <a:chExt cx="0" cy="0"/>
        </a:xfrm>
      </p:grpSpPr>
      <p:pic>
        <p:nvPicPr>
          <p:cNvPr id="235" name="Google Shape;235;p3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36" name="Google Shape;236;p34"/>
          <p:cNvPicPr preferRelativeResize="0"/>
          <p:nvPr/>
        </p:nvPicPr>
        <p:blipFill>
          <a:blip r:embed="rId3" cstate="print">
            <a:alphaModFix amt="34000"/>
          </a:blip>
          <a:stretch>
            <a:fillRect/>
          </a:stretch>
        </p:blipFill>
        <p:spPr>
          <a:xfrm flipH="1">
            <a:off x="-709963" y="-753722"/>
            <a:ext cx="2662825" cy="2707948"/>
          </a:xfrm>
          <a:prstGeom prst="rect">
            <a:avLst/>
          </a:prstGeom>
          <a:noFill/>
          <a:ln>
            <a:noFill/>
          </a:ln>
        </p:spPr>
      </p:pic>
      <p:pic>
        <p:nvPicPr>
          <p:cNvPr id="237" name="Google Shape;237;p34"/>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38" name="Google Shape;238;p34"/>
          <p:cNvSpPr txBox="1">
            <a:spLocks noGrp="1"/>
          </p:cNvSpPr>
          <p:nvPr>
            <p:ph type="subTitle" idx="1"/>
          </p:nvPr>
        </p:nvSpPr>
        <p:spPr>
          <a:xfrm>
            <a:off x="1290763"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39" name="Google Shape;239;p34"/>
          <p:cNvSpPr txBox="1">
            <a:spLocks noGrp="1"/>
          </p:cNvSpPr>
          <p:nvPr>
            <p:ph type="subTitle" idx="2"/>
          </p:nvPr>
        </p:nvSpPr>
        <p:spPr>
          <a:xfrm>
            <a:off x="4945638" y="1837941"/>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5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r>
              <a:rPr lang="en-US"/>
              <a:t>Click to edit Master subtitle style</a:t>
            </a:r>
            <a:endParaRPr/>
          </a:p>
        </p:txBody>
      </p:sp>
      <p:sp>
        <p:nvSpPr>
          <p:cNvPr id="240" name="Google Shape;240;p34"/>
          <p:cNvSpPr txBox="1">
            <a:spLocks noGrp="1"/>
          </p:cNvSpPr>
          <p:nvPr>
            <p:ph type="subTitle" idx="3"/>
          </p:nvPr>
        </p:nvSpPr>
        <p:spPr>
          <a:xfrm>
            <a:off x="1290775"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1" name="Google Shape;241;p34"/>
          <p:cNvSpPr txBox="1">
            <a:spLocks noGrp="1"/>
          </p:cNvSpPr>
          <p:nvPr>
            <p:ph type="subTitle" idx="4"/>
          </p:nvPr>
        </p:nvSpPr>
        <p:spPr>
          <a:xfrm>
            <a:off x="4945650" y="2740676"/>
            <a:ext cx="2907600" cy="11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242"/>
        <p:cNvGrpSpPr/>
        <p:nvPr/>
      </p:nvGrpSpPr>
      <p:grpSpPr>
        <a:xfrm>
          <a:off x="0" y="0"/>
          <a:ext cx="0" cy="0"/>
          <a:chOff x="0" y="0"/>
          <a:chExt cx="0" cy="0"/>
        </a:xfrm>
      </p:grpSpPr>
      <p:pic>
        <p:nvPicPr>
          <p:cNvPr id="243" name="Google Shape;243;p3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244;p35"/>
          <p:cNvGrpSpPr/>
          <p:nvPr/>
        </p:nvGrpSpPr>
        <p:grpSpPr>
          <a:xfrm flipH="1">
            <a:off x="-1059374" y="202758"/>
            <a:ext cx="9874808" cy="5928742"/>
            <a:chOff x="252562" y="222183"/>
            <a:chExt cx="9874808" cy="5928742"/>
          </a:xfrm>
        </p:grpSpPr>
        <p:pic>
          <p:nvPicPr>
            <p:cNvPr id="245" name="Google Shape;245;p35"/>
            <p:cNvPicPr preferRelativeResize="0"/>
            <p:nvPr/>
          </p:nvPicPr>
          <p:blipFill>
            <a:blip r:embed="rId3" cstate="print">
              <a:alphaModFix amt="50000"/>
            </a:blip>
            <a:stretch>
              <a:fillRect/>
            </a:stretch>
          </p:blipFill>
          <p:spPr>
            <a:xfrm>
              <a:off x="7222371" y="2986325"/>
              <a:ext cx="2904999" cy="3164600"/>
            </a:xfrm>
            <a:prstGeom prst="rect">
              <a:avLst/>
            </a:prstGeom>
            <a:noFill/>
            <a:ln>
              <a:noFill/>
            </a:ln>
          </p:spPr>
        </p:pic>
        <p:pic>
          <p:nvPicPr>
            <p:cNvPr id="246" name="Google Shape;246;p35"/>
            <p:cNvPicPr preferRelativeResize="0"/>
            <p:nvPr/>
          </p:nvPicPr>
          <p:blipFill>
            <a:blip r:embed="rId4" cstate="print">
              <a:alphaModFix amt="48000"/>
            </a:blip>
            <a:stretch>
              <a:fillRect/>
            </a:stretch>
          </p:blipFill>
          <p:spPr>
            <a:xfrm>
              <a:off x="410300" y="382600"/>
              <a:ext cx="1278024" cy="1299625"/>
            </a:xfrm>
            <a:prstGeom prst="rect">
              <a:avLst/>
            </a:prstGeom>
            <a:noFill/>
            <a:ln>
              <a:noFill/>
            </a:ln>
          </p:spPr>
        </p:pic>
        <p:pic>
          <p:nvPicPr>
            <p:cNvPr id="247" name="Google Shape;247;p35"/>
            <p:cNvPicPr preferRelativeResize="0"/>
            <p:nvPr/>
          </p:nvPicPr>
          <p:blipFill>
            <a:blip r:embed="rId5" cstate="print">
              <a:alphaModFix amt="60000"/>
            </a:blip>
            <a:stretch>
              <a:fillRect/>
            </a:stretch>
          </p:blipFill>
          <p:spPr>
            <a:xfrm flipH="1">
              <a:off x="252562" y="222183"/>
              <a:ext cx="315473" cy="320824"/>
            </a:xfrm>
            <a:prstGeom prst="rect">
              <a:avLst/>
            </a:prstGeom>
            <a:noFill/>
            <a:ln>
              <a:noFill/>
            </a:ln>
          </p:spPr>
        </p:pic>
      </p:grpSp>
      <p:sp>
        <p:nvSpPr>
          <p:cNvPr id="248" name="Google Shape;248;p35"/>
          <p:cNvSpPr txBox="1">
            <a:spLocks noGrp="1"/>
          </p:cNvSpPr>
          <p:nvPr>
            <p:ph type="title"/>
          </p:nvPr>
        </p:nvSpPr>
        <p:spPr>
          <a:xfrm>
            <a:off x="4010875" y="1307100"/>
            <a:ext cx="4419900" cy="2529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249"/>
        <p:cNvGrpSpPr/>
        <p:nvPr/>
      </p:nvGrpSpPr>
      <p:grpSpPr>
        <a:xfrm>
          <a:off x="0" y="0"/>
          <a:ext cx="0" cy="0"/>
          <a:chOff x="0" y="0"/>
          <a:chExt cx="0" cy="0"/>
        </a:xfrm>
      </p:grpSpPr>
      <p:pic>
        <p:nvPicPr>
          <p:cNvPr id="250" name="Google Shape;250;p3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1" name="Google Shape;251;p36"/>
          <p:cNvPicPr preferRelativeResize="0"/>
          <p:nvPr/>
        </p:nvPicPr>
        <p:blipFill>
          <a:blip r:embed="rId3" cstate="print">
            <a:alphaModFix amt="34000"/>
          </a:blip>
          <a:stretch>
            <a:fillRect/>
          </a:stretch>
        </p:blipFill>
        <p:spPr>
          <a:xfrm flipH="1">
            <a:off x="-996263" y="3841453"/>
            <a:ext cx="2662825" cy="2707948"/>
          </a:xfrm>
          <a:prstGeom prst="rect">
            <a:avLst/>
          </a:prstGeom>
          <a:noFill/>
          <a:ln>
            <a:noFill/>
          </a:ln>
        </p:spPr>
      </p:pic>
      <p:pic>
        <p:nvPicPr>
          <p:cNvPr id="252" name="Google Shape;252;p36"/>
          <p:cNvPicPr preferRelativeResize="0"/>
          <p:nvPr/>
        </p:nvPicPr>
        <p:blipFill>
          <a:blip r:embed="rId4" cstate="print">
            <a:alphaModFix amt="41000"/>
          </a:blip>
          <a:stretch>
            <a:fillRect/>
          </a:stretch>
        </p:blipFill>
        <p:spPr>
          <a:xfrm>
            <a:off x="4427027" y="671950"/>
            <a:ext cx="3878551" cy="3944100"/>
          </a:xfrm>
          <a:prstGeom prst="rect">
            <a:avLst/>
          </a:prstGeom>
          <a:noFill/>
          <a:ln>
            <a:noFill/>
          </a:ln>
        </p:spPr>
      </p:pic>
      <p:sp>
        <p:nvSpPr>
          <p:cNvPr id="253" name="Google Shape;253;p36"/>
          <p:cNvSpPr txBox="1">
            <a:spLocks noGrp="1"/>
          </p:cNvSpPr>
          <p:nvPr>
            <p:ph type="body" idx="1"/>
          </p:nvPr>
        </p:nvSpPr>
        <p:spPr>
          <a:xfrm>
            <a:off x="2638050" y="1792100"/>
            <a:ext cx="3867900" cy="25107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Char char="●"/>
              <a:defRPr>
                <a:solidFill>
                  <a:srgbClr val="434343"/>
                </a:solidFill>
              </a:defRPr>
            </a:lvl1pPr>
            <a:lvl2pPr marL="914400" lvl="1" indent="-317500" rtl="0">
              <a:lnSpc>
                <a:spcPct val="100000"/>
              </a:lnSpc>
              <a:spcBef>
                <a:spcPts val="0"/>
              </a:spcBef>
              <a:spcAft>
                <a:spcPts val="0"/>
              </a:spcAft>
              <a:buSzPts val="1400"/>
              <a:buChar char="○"/>
              <a:defRPr>
                <a:solidFill>
                  <a:srgbClr val="434343"/>
                </a:solidFill>
              </a:defRPr>
            </a:lvl2pPr>
            <a:lvl3pPr marL="1371600" lvl="2" indent="-317500" rtl="0">
              <a:lnSpc>
                <a:spcPct val="100000"/>
              </a:lnSpc>
              <a:spcBef>
                <a:spcPts val="1600"/>
              </a:spcBef>
              <a:spcAft>
                <a:spcPts val="0"/>
              </a:spcAft>
              <a:buSzPts val="1400"/>
              <a:buChar char="■"/>
              <a:defRPr>
                <a:solidFill>
                  <a:srgbClr val="434343"/>
                </a:solidFill>
              </a:defRPr>
            </a:lvl3pPr>
            <a:lvl4pPr marL="1828800" lvl="3" indent="-317500" rtl="0">
              <a:lnSpc>
                <a:spcPct val="100000"/>
              </a:lnSpc>
              <a:spcBef>
                <a:spcPts val="1600"/>
              </a:spcBef>
              <a:spcAft>
                <a:spcPts val="0"/>
              </a:spcAft>
              <a:buSzPts val="1400"/>
              <a:buChar char="●"/>
              <a:defRPr>
                <a:solidFill>
                  <a:srgbClr val="434343"/>
                </a:solidFill>
              </a:defRPr>
            </a:lvl4pPr>
            <a:lvl5pPr marL="2286000" lvl="4" indent="-317500" rtl="0">
              <a:lnSpc>
                <a:spcPct val="100000"/>
              </a:lnSpc>
              <a:spcBef>
                <a:spcPts val="1600"/>
              </a:spcBef>
              <a:spcAft>
                <a:spcPts val="0"/>
              </a:spcAft>
              <a:buSzPts val="1400"/>
              <a:buChar char="○"/>
              <a:defRPr>
                <a:solidFill>
                  <a:srgbClr val="434343"/>
                </a:solidFill>
              </a:defRPr>
            </a:lvl5pPr>
            <a:lvl6pPr marL="2743200" lvl="5" indent="-317500" rtl="0">
              <a:lnSpc>
                <a:spcPct val="100000"/>
              </a:lnSpc>
              <a:spcBef>
                <a:spcPts val="1600"/>
              </a:spcBef>
              <a:spcAft>
                <a:spcPts val="0"/>
              </a:spcAft>
              <a:buSzPts val="1400"/>
              <a:buChar char="■"/>
              <a:defRPr>
                <a:solidFill>
                  <a:srgbClr val="434343"/>
                </a:solidFill>
              </a:defRPr>
            </a:lvl6pPr>
            <a:lvl7pPr marL="3200400" lvl="6" indent="-317500" rtl="0">
              <a:lnSpc>
                <a:spcPct val="100000"/>
              </a:lnSpc>
              <a:spcBef>
                <a:spcPts val="1600"/>
              </a:spcBef>
              <a:spcAft>
                <a:spcPts val="0"/>
              </a:spcAft>
              <a:buSzPts val="1400"/>
              <a:buChar char="●"/>
              <a:defRPr>
                <a:solidFill>
                  <a:srgbClr val="434343"/>
                </a:solidFill>
              </a:defRPr>
            </a:lvl7pPr>
            <a:lvl8pPr marL="3657600" lvl="7" indent="-317500" rtl="0">
              <a:lnSpc>
                <a:spcPct val="100000"/>
              </a:lnSpc>
              <a:spcBef>
                <a:spcPts val="1600"/>
              </a:spcBef>
              <a:spcAft>
                <a:spcPts val="0"/>
              </a:spcAft>
              <a:buSzPts val="1400"/>
              <a:buChar char="○"/>
              <a:defRPr>
                <a:solidFill>
                  <a:srgbClr val="434343"/>
                </a:solidFill>
              </a:defRPr>
            </a:lvl8pPr>
            <a:lvl9pPr marL="4114800" lvl="8" indent="-317500" rtl="0">
              <a:lnSpc>
                <a:spcPct val="100000"/>
              </a:lnSpc>
              <a:spcBef>
                <a:spcPts val="1600"/>
              </a:spcBef>
              <a:spcAft>
                <a:spcPts val="1600"/>
              </a:spcAft>
              <a:buSzPts val="1400"/>
              <a:buChar char="■"/>
              <a:defRPr>
                <a:solidFill>
                  <a:srgbClr val="434343"/>
                </a:solidFill>
              </a:defRPr>
            </a:lvl9pPr>
          </a:lstStyle>
          <a:p>
            <a:pPr lvl="0"/>
            <a:r>
              <a:rPr lang="en-US"/>
              <a:t>Click to edit Master text styles</a:t>
            </a:r>
          </a:p>
        </p:txBody>
      </p:sp>
      <p:sp>
        <p:nvSpPr>
          <p:cNvPr id="254" name="Google Shape;254;p36"/>
          <p:cNvSpPr txBox="1">
            <a:spLocks noGrp="1"/>
          </p:cNvSpPr>
          <p:nvPr>
            <p:ph type="title"/>
          </p:nvPr>
        </p:nvSpPr>
        <p:spPr>
          <a:xfrm>
            <a:off x="2638050" y="840725"/>
            <a:ext cx="2705700" cy="10323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255"/>
        <p:cNvGrpSpPr/>
        <p:nvPr/>
      </p:nvGrpSpPr>
      <p:grpSpPr>
        <a:xfrm>
          <a:off x="0" y="0"/>
          <a:ext cx="0" cy="0"/>
          <a:chOff x="0" y="0"/>
          <a:chExt cx="0" cy="0"/>
        </a:xfrm>
      </p:grpSpPr>
      <p:pic>
        <p:nvPicPr>
          <p:cNvPr id="256" name="Google Shape;256;p37"/>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57" name="Google Shape;257;p37"/>
          <p:cNvPicPr preferRelativeResize="0"/>
          <p:nvPr/>
        </p:nvPicPr>
        <p:blipFill>
          <a:blip r:embed="rId3" cstate="print">
            <a:alphaModFix amt="34000"/>
          </a:blip>
          <a:stretch>
            <a:fillRect/>
          </a:stretch>
        </p:blipFill>
        <p:spPr>
          <a:xfrm flipH="1">
            <a:off x="-709963" y="3620328"/>
            <a:ext cx="2662825" cy="2707948"/>
          </a:xfrm>
          <a:prstGeom prst="rect">
            <a:avLst/>
          </a:prstGeom>
          <a:noFill/>
          <a:ln>
            <a:noFill/>
          </a:ln>
        </p:spPr>
      </p:pic>
      <p:pic>
        <p:nvPicPr>
          <p:cNvPr id="258" name="Google Shape;258;p37"/>
          <p:cNvPicPr preferRelativeResize="0"/>
          <p:nvPr/>
        </p:nvPicPr>
        <p:blipFill>
          <a:blip r:embed="rId4" cstate="print">
            <a:alphaModFix amt="41000"/>
          </a:blip>
          <a:stretch>
            <a:fillRect/>
          </a:stretch>
        </p:blipFill>
        <p:spPr>
          <a:xfrm>
            <a:off x="6802252" y="-2106150"/>
            <a:ext cx="3878551" cy="3944100"/>
          </a:xfrm>
          <a:prstGeom prst="rect">
            <a:avLst/>
          </a:prstGeom>
          <a:noFill/>
          <a:ln>
            <a:noFill/>
          </a:ln>
        </p:spPr>
      </p:pic>
      <p:sp>
        <p:nvSpPr>
          <p:cNvPr id="259" name="Google Shape;259;p37"/>
          <p:cNvSpPr txBox="1">
            <a:spLocks noGrp="1"/>
          </p:cNvSpPr>
          <p:nvPr>
            <p:ph type="subTitle" idx="1"/>
          </p:nvPr>
        </p:nvSpPr>
        <p:spPr>
          <a:xfrm>
            <a:off x="715100"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0" name="Google Shape;260;p37"/>
          <p:cNvSpPr txBox="1">
            <a:spLocks noGrp="1"/>
          </p:cNvSpPr>
          <p:nvPr>
            <p:ph type="subTitle" idx="2"/>
          </p:nvPr>
        </p:nvSpPr>
        <p:spPr>
          <a:xfrm>
            <a:off x="4638325" y="1922325"/>
            <a:ext cx="3785700" cy="184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61" name="Google Shape;261;p3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eight columns">
  <p:cSld name="Title and eight columns">
    <p:spTree>
      <p:nvGrpSpPr>
        <p:cNvPr id="1" name="Shape 262"/>
        <p:cNvGrpSpPr/>
        <p:nvPr/>
      </p:nvGrpSpPr>
      <p:grpSpPr>
        <a:xfrm>
          <a:off x="0" y="0"/>
          <a:ext cx="0" cy="0"/>
          <a:chOff x="0" y="0"/>
          <a:chExt cx="0" cy="0"/>
        </a:xfrm>
      </p:grpSpPr>
      <p:pic>
        <p:nvPicPr>
          <p:cNvPr id="263" name="Google Shape;263;p38"/>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64" name="Google Shape;264;p38"/>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65" name="Google Shape;265;p38"/>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66" name="Google Shape;266;p38"/>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267" name="Google Shape;267;p38"/>
          <p:cNvSpPr txBox="1">
            <a:spLocks noGrp="1"/>
          </p:cNvSpPr>
          <p:nvPr>
            <p:ph type="subTitle" idx="1"/>
          </p:nvPr>
        </p:nvSpPr>
        <p:spPr>
          <a:xfrm>
            <a:off x="1881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68" name="Google Shape;268;p38"/>
          <p:cNvSpPr txBox="1">
            <a:spLocks noGrp="1"/>
          </p:cNvSpPr>
          <p:nvPr>
            <p:ph type="title" idx="2" hasCustomPrompt="1"/>
          </p:nvPr>
        </p:nvSpPr>
        <p:spPr>
          <a:xfrm>
            <a:off x="842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69" name="Google Shape;269;p38"/>
          <p:cNvSpPr txBox="1">
            <a:spLocks noGrp="1"/>
          </p:cNvSpPr>
          <p:nvPr>
            <p:ph type="subTitle" idx="3"/>
          </p:nvPr>
        </p:nvSpPr>
        <p:spPr>
          <a:xfrm>
            <a:off x="1881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0" name="Google Shape;270;p38"/>
          <p:cNvSpPr txBox="1">
            <a:spLocks noGrp="1"/>
          </p:cNvSpPr>
          <p:nvPr>
            <p:ph type="title" idx="4" hasCustomPrompt="1"/>
          </p:nvPr>
        </p:nvSpPr>
        <p:spPr>
          <a:xfrm>
            <a:off x="842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1" name="Google Shape;271;p38"/>
          <p:cNvSpPr txBox="1">
            <a:spLocks noGrp="1"/>
          </p:cNvSpPr>
          <p:nvPr>
            <p:ph type="subTitle" idx="5"/>
          </p:nvPr>
        </p:nvSpPr>
        <p:spPr>
          <a:xfrm>
            <a:off x="1881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2" name="Google Shape;272;p38"/>
          <p:cNvSpPr txBox="1">
            <a:spLocks noGrp="1"/>
          </p:cNvSpPr>
          <p:nvPr>
            <p:ph type="title" idx="6" hasCustomPrompt="1"/>
          </p:nvPr>
        </p:nvSpPr>
        <p:spPr>
          <a:xfrm>
            <a:off x="842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3" name="Google Shape;273;p38"/>
          <p:cNvSpPr txBox="1">
            <a:spLocks noGrp="1"/>
          </p:cNvSpPr>
          <p:nvPr>
            <p:ph type="subTitle" idx="7"/>
          </p:nvPr>
        </p:nvSpPr>
        <p:spPr>
          <a:xfrm>
            <a:off x="1881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4" name="Google Shape;274;p38"/>
          <p:cNvSpPr txBox="1">
            <a:spLocks noGrp="1"/>
          </p:cNvSpPr>
          <p:nvPr>
            <p:ph type="title" idx="8" hasCustomPrompt="1"/>
          </p:nvPr>
        </p:nvSpPr>
        <p:spPr>
          <a:xfrm>
            <a:off x="842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5" name="Google Shape;275;p38"/>
          <p:cNvSpPr txBox="1">
            <a:spLocks noGrp="1"/>
          </p:cNvSpPr>
          <p:nvPr>
            <p:ph type="subTitle" idx="9"/>
          </p:nvPr>
        </p:nvSpPr>
        <p:spPr>
          <a:xfrm>
            <a:off x="5770400" y="1274889"/>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6" name="Google Shape;276;p38"/>
          <p:cNvSpPr txBox="1">
            <a:spLocks noGrp="1"/>
          </p:cNvSpPr>
          <p:nvPr>
            <p:ph type="title" idx="13" hasCustomPrompt="1"/>
          </p:nvPr>
        </p:nvSpPr>
        <p:spPr>
          <a:xfrm>
            <a:off x="4731200" y="1274904"/>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7" name="Google Shape;277;p38"/>
          <p:cNvSpPr txBox="1">
            <a:spLocks noGrp="1"/>
          </p:cNvSpPr>
          <p:nvPr>
            <p:ph type="subTitle" idx="14"/>
          </p:nvPr>
        </p:nvSpPr>
        <p:spPr>
          <a:xfrm>
            <a:off x="5770400" y="2107338"/>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78" name="Google Shape;278;p38"/>
          <p:cNvSpPr txBox="1">
            <a:spLocks noGrp="1"/>
          </p:cNvSpPr>
          <p:nvPr>
            <p:ph type="title" idx="15" hasCustomPrompt="1"/>
          </p:nvPr>
        </p:nvSpPr>
        <p:spPr>
          <a:xfrm>
            <a:off x="4731200" y="2107338"/>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79" name="Google Shape;279;p38"/>
          <p:cNvSpPr txBox="1">
            <a:spLocks noGrp="1"/>
          </p:cNvSpPr>
          <p:nvPr>
            <p:ph type="subTitle" idx="16"/>
          </p:nvPr>
        </p:nvSpPr>
        <p:spPr>
          <a:xfrm>
            <a:off x="5770400" y="2945975"/>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0" name="Google Shape;280;p38"/>
          <p:cNvSpPr txBox="1">
            <a:spLocks noGrp="1"/>
          </p:cNvSpPr>
          <p:nvPr>
            <p:ph type="title" idx="17" hasCustomPrompt="1"/>
          </p:nvPr>
        </p:nvSpPr>
        <p:spPr>
          <a:xfrm>
            <a:off x="4731200" y="2945975"/>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
        <p:nvSpPr>
          <p:cNvPr id="281" name="Google Shape;281;p38"/>
          <p:cNvSpPr txBox="1">
            <a:spLocks noGrp="1"/>
          </p:cNvSpPr>
          <p:nvPr>
            <p:ph type="subTitle" idx="18"/>
          </p:nvPr>
        </p:nvSpPr>
        <p:spPr>
          <a:xfrm>
            <a:off x="5770400" y="3784650"/>
            <a:ext cx="2531400" cy="61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282" name="Google Shape;282;p38"/>
          <p:cNvSpPr txBox="1">
            <a:spLocks noGrp="1"/>
          </p:cNvSpPr>
          <p:nvPr>
            <p:ph type="title" idx="19" hasCustomPrompt="1"/>
          </p:nvPr>
        </p:nvSpPr>
        <p:spPr>
          <a:xfrm>
            <a:off x="4731200" y="3784650"/>
            <a:ext cx="1039200" cy="618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a:solidFill>
                  <a:schemeClr val="accent1"/>
                </a:solidFill>
              </a:defRPr>
            </a:lvl1pPr>
            <a:lvl2pPr lvl="1"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2pPr>
            <a:lvl3pPr lvl="2"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3pPr>
            <a:lvl4pPr lvl="3"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4pPr>
            <a:lvl5pPr lvl="4"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5pPr>
            <a:lvl6pPr lvl="5"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6pPr>
            <a:lvl7pPr lvl="6"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7pPr>
            <a:lvl8pPr lvl="7"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8pPr>
            <a:lvl9pPr lvl="8" algn="ctr" rtl="0">
              <a:spcBef>
                <a:spcPts val="0"/>
              </a:spcBef>
              <a:spcAft>
                <a:spcPts val="0"/>
              </a:spcAft>
              <a:buClr>
                <a:schemeClr val="accent1"/>
              </a:buClr>
              <a:buSzPts val="2700"/>
              <a:buFont typeface="Josefin Sans"/>
              <a:buNone/>
              <a:defRPr sz="2700">
                <a:solidFill>
                  <a:schemeClr val="accent1"/>
                </a:solidFill>
                <a:latin typeface="Josefin Sans"/>
                <a:ea typeface="Josefin Sans"/>
                <a:cs typeface="Josefin Sans"/>
                <a:sym typeface="Josefin Sans"/>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spTree>
      <p:nvGrpSpPr>
        <p:cNvPr id="1" name="Shape 283"/>
        <p:cNvGrpSpPr/>
        <p:nvPr/>
      </p:nvGrpSpPr>
      <p:grpSpPr>
        <a:xfrm>
          <a:off x="0" y="0"/>
          <a:ext cx="0" cy="0"/>
          <a:chOff x="0" y="0"/>
          <a:chExt cx="0" cy="0"/>
        </a:xfrm>
      </p:grpSpPr>
      <p:pic>
        <p:nvPicPr>
          <p:cNvPr id="284" name="Google Shape;284;p39"/>
          <p:cNvPicPr preferRelativeResize="0"/>
          <p:nvPr/>
        </p:nvPicPr>
        <p:blipFill>
          <a:blip r:embed="rId2" cstate="print">
            <a:alphaModFix amt="57000"/>
          </a:blip>
          <a:stretch>
            <a:fillRect/>
          </a:stretch>
        </p:blipFill>
        <p:spPr>
          <a:xfrm rot="10800000">
            <a:off x="-2510" y="1"/>
            <a:ext cx="9144000" cy="5143500"/>
          </a:xfrm>
          <a:prstGeom prst="rect">
            <a:avLst/>
          </a:prstGeom>
          <a:noFill/>
          <a:ln>
            <a:noFill/>
          </a:ln>
        </p:spPr>
      </p:pic>
      <p:pic>
        <p:nvPicPr>
          <p:cNvPr id="285" name="Google Shape;285;p39"/>
          <p:cNvPicPr preferRelativeResize="0"/>
          <p:nvPr/>
        </p:nvPicPr>
        <p:blipFill>
          <a:blip r:embed="rId3" cstate="print">
            <a:alphaModFix amt="34000"/>
          </a:blip>
          <a:stretch>
            <a:fillRect/>
          </a:stretch>
        </p:blipFill>
        <p:spPr>
          <a:xfrm rot="10800000" flipH="1">
            <a:off x="7202803" y="-1179375"/>
            <a:ext cx="2662825" cy="2707948"/>
          </a:xfrm>
          <a:prstGeom prst="rect">
            <a:avLst/>
          </a:prstGeom>
          <a:noFill/>
          <a:ln>
            <a:noFill/>
          </a:ln>
        </p:spPr>
      </p:pic>
      <p:pic>
        <p:nvPicPr>
          <p:cNvPr id="286" name="Google Shape;286;p39"/>
          <p:cNvPicPr preferRelativeResize="0"/>
          <p:nvPr/>
        </p:nvPicPr>
        <p:blipFill>
          <a:blip r:embed="rId4" cstate="print">
            <a:alphaModFix amt="41000"/>
          </a:blip>
          <a:stretch>
            <a:fillRect/>
          </a:stretch>
        </p:blipFill>
        <p:spPr>
          <a:xfrm rot="10800000">
            <a:off x="-1525138" y="3310951"/>
            <a:ext cx="3878551" cy="3944100"/>
          </a:xfrm>
          <a:prstGeom prst="rect">
            <a:avLst/>
          </a:prstGeom>
          <a:noFill/>
          <a:ln>
            <a:noFill/>
          </a:ln>
        </p:spPr>
      </p:pic>
      <p:sp>
        <p:nvSpPr>
          <p:cNvPr id="287" name="Google Shape;287;p39"/>
          <p:cNvSpPr txBox="1">
            <a:spLocks noGrp="1"/>
          </p:cNvSpPr>
          <p:nvPr>
            <p:ph type="subTitle" idx="1"/>
          </p:nvPr>
        </p:nvSpPr>
        <p:spPr>
          <a:xfrm>
            <a:off x="715100"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8" name="Google Shape;288;p39"/>
          <p:cNvSpPr txBox="1">
            <a:spLocks noGrp="1"/>
          </p:cNvSpPr>
          <p:nvPr>
            <p:ph type="subTitle" idx="2"/>
          </p:nvPr>
        </p:nvSpPr>
        <p:spPr>
          <a:xfrm>
            <a:off x="4638325" y="2006400"/>
            <a:ext cx="3785700" cy="238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89" name="Google Shape;289;p39"/>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90" name="Google Shape;290;p39"/>
          <p:cNvSpPr txBox="1">
            <a:spLocks noGrp="1"/>
          </p:cNvSpPr>
          <p:nvPr>
            <p:ph type="title" idx="3"/>
          </p:nvPr>
        </p:nvSpPr>
        <p:spPr>
          <a:xfrm>
            <a:off x="715100"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
        <p:nvSpPr>
          <p:cNvPr id="291" name="Google Shape;291;p39"/>
          <p:cNvSpPr txBox="1">
            <a:spLocks noGrp="1"/>
          </p:cNvSpPr>
          <p:nvPr>
            <p:ph type="title" idx="4"/>
          </p:nvPr>
        </p:nvSpPr>
        <p:spPr>
          <a:xfrm>
            <a:off x="4638325" y="1298675"/>
            <a:ext cx="3785700" cy="420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rPr lang="en-US"/>
              <a:t>Click to edit Master title style</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2"/>
        <p:cNvGrpSpPr/>
        <p:nvPr/>
      </p:nvGrpSpPr>
      <p:grpSpPr>
        <a:xfrm>
          <a:off x="0" y="0"/>
          <a:ext cx="0" cy="0"/>
          <a:chOff x="0" y="0"/>
          <a:chExt cx="0" cy="0"/>
        </a:xfrm>
      </p:grpSpPr>
      <p:pic>
        <p:nvPicPr>
          <p:cNvPr id="293" name="Google Shape;293;p4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294" name="Google Shape;294;p40"/>
          <p:cNvPicPr preferRelativeResize="0"/>
          <p:nvPr/>
        </p:nvPicPr>
        <p:blipFill>
          <a:blip r:embed="rId3" cstate="print">
            <a:alphaModFix amt="15000"/>
          </a:blip>
          <a:stretch>
            <a:fillRect/>
          </a:stretch>
        </p:blipFill>
        <p:spPr>
          <a:xfrm rot="10800000" flipH="1">
            <a:off x="0" y="2027045"/>
            <a:ext cx="9144003" cy="3116462"/>
          </a:xfrm>
          <a:prstGeom prst="rect">
            <a:avLst/>
          </a:prstGeom>
          <a:noFill/>
          <a:ln>
            <a:noFill/>
          </a:ln>
        </p:spPr>
      </p:pic>
      <p:sp>
        <p:nvSpPr>
          <p:cNvPr id="295" name="Google Shape;295;p40"/>
          <p:cNvSpPr txBox="1">
            <a:spLocks noGrp="1"/>
          </p:cNvSpPr>
          <p:nvPr>
            <p:ph type="title"/>
          </p:nvPr>
        </p:nvSpPr>
        <p:spPr>
          <a:xfrm>
            <a:off x="7200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6" name="Google Shape;296;p40"/>
          <p:cNvSpPr txBox="1">
            <a:spLocks noGrp="1"/>
          </p:cNvSpPr>
          <p:nvPr>
            <p:ph type="subTitle" idx="1"/>
          </p:nvPr>
        </p:nvSpPr>
        <p:spPr>
          <a:xfrm>
            <a:off x="7200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7" name="Google Shape;297;p40"/>
          <p:cNvSpPr txBox="1">
            <a:spLocks noGrp="1"/>
          </p:cNvSpPr>
          <p:nvPr>
            <p:ph type="title" idx="2"/>
          </p:nvPr>
        </p:nvSpPr>
        <p:spPr>
          <a:xfrm>
            <a:off x="34038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98" name="Google Shape;298;p40"/>
          <p:cNvSpPr txBox="1">
            <a:spLocks noGrp="1"/>
          </p:cNvSpPr>
          <p:nvPr>
            <p:ph type="subTitle" idx="3"/>
          </p:nvPr>
        </p:nvSpPr>
        <p:spPr>
          <a:xfrm>
            <a:off x="34038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9" name="Google Shape;299;p40"/>
          <p:cNvSpPr txBox="1">
            <a:spLocks noGrp="1"/>
          </p:cNvSpPr>
          <p:nvPr>
            <p:ph type="title" idx="4"/>
          </p:nvPr>
        </p:nvSpPr>
        <p:spPr>
          <a:xfrm>
            <a:off x="6087600" y="2285844"/>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0" name="Google Shape;300;p40"/>
          <p:cNvSpPr txBox="1">
            <a:spLocks noGrp="1"/>
          </p:cNvSpPr>
          <p:nvPr>
            <p:ph type="subTitle" idx="5"/>
          </p:nvPr>
        </p:nvSpPr>
        <p:spPr>
          <a:xfrm>
            <a:off x="6087600" y="3006517"/>
            <a:ext cx="2336400" cy="115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Quicksand"/>
                <a:ea typeface="Quicksand"/>
                <a:cs typeface="Quicksand"/>
                <a:sym typeface="Quicksan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1" name="Google Shape;301;p40"/>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02"/>
        <p:cNvGrpSpPr/>
        <p:nvPr/>
      </p:nvGrpSpPr>
      <p:grpSpPr>
        <a:xfrm>
          <a:off x="0" y="0"/>
          <a:ext cx="0" cy="0"/>
          <a:chOff x="0" y="0"/>
          <a:chExt cx="0" cy="0"/>
        </a:xfrm>
      </p:grpSpPr>
      <p:pic>
        <p:nvPicPr>
          <p:cNvPr id="303" name="Google Shape;303;p4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304" name="Google Shape;304;p41"/>
          <p:cNvSpPr txBox="1">
            <a:spLocks noGrp="1"/>
          </p:cNvSpPr>
          <p:nvPr>
            <p:ph type="title"/>
          </p:nvPr>
        </p:nvSpPr>
        <p:spPr>
          <a:xfrm>
            <a:off x="717125" y="2594825"/>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5" name="Google Shape;305;p41"/>
          <p:cNvSpPr txBox="1">
            <a:spLocks noGrp="1"/>
          </p:cNvSpPr>
          <p:nvPr>
            <p:ph type="subTitle" idx="1"/>
          </p:nvPr>
        </p:nvSpPr>
        <p:spPr>
          <a:xfrm>
            <a:off x="719988" y="3312525"/>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6" name="Google Shape;306;p41"/>
          <p:cNvSpPr txBox="1">
            <a:spLocks noGrp="1"/>
          </p:cNvSpPr>
          <p:nvPr>
            <p:ph type="title" idx="2"/>
          </p:nvPr>
        </p:nvSpPr>
        <p:spPr>
          <a:xfrm>
            <a:off x="3395188"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7" name="Google Shape;307;p41"/>
          <p:cNvSpPr txBox="1">
            <a:spLocks noGrp="1"/>
          </p:cNvSpPr>
          <p:nvPr>
            <p:ph type="subTitle" idx="3"/>
          </p:nvPr>
        </p:nvSpPr>
        <p:spPr>
          <a:xfrm>
            <a:off x="3395188" y="331260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8" name="Google Shape;308;p41"/>
          <p:cNvSpPr txBox="1">
            <a:spLocks noGrp="1"/>
          </p:cNvSpPr>
          <p:nvPr>
            <p:ph type="title" idx="4"/>
          </p:nvPr>
        </p:nvSpPr>
        <p:spPr>
          <a:xfrm>
            <a:off x="6070363" y="2594900"/>
            <a:ext cx="2356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09" name="Google Shape;309;p41"/>
          <p:cNvSpPr txBox="1">
            <a:spLocks noGrp="1"/>
          </p:cNvSpPr>
          <p:nvPr>
            <p:ph type="subTitle" idx="5"/>
          </p:nvPr>
        </p:nvSpPr>
        <p:spPr>
          <a:xfrm>
            <a:off x="6070363" y="3312150"/>
            <a:ext cx="2356500" cy="111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0" name="Google Shape;310;p41"/>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pic>
        <p:nvPicPr>
          <p:cNvPr id="311" name="Google Shape;311;p41"/>
          <p:cNvPicPr preferRelativeResize="0"/>
          <p:nvPr/>
        </p:nvPicPr>
        <p:blipFill>
          <a:blip r:embed="rId3" cstate="print">
            <a:alphaModFix amt="32000"/>
          </a:blip>
          <a:stretch>
            <a:fillRect/>
          </a:stretch>
        </p:blipFill>
        <p:spPr>
          <a:xfrm>
            <a:off x="-1019777" y="-1847072"/>
            <a:ext cx="2313025" cy="2519726"/>
          </a:xfrm>
          <a:prstGeom prst="rect">
            <a:avLst/>
          </a:prstGeom>
          <a:noFill/>
          <a:ln>
            <a:noFill/>
          </a:ln>
        </p:spPr>
      </p:pic>
      <p:pic>
        <p:nvPicPr>
          <p:cNvPr id="312" name="Google Shape;312;p41"/>
          <p:cNvPicPr preferRelativeResize="0"/>
          <p:nvPr/>
        </p:nvPicPr>
        <p:blipFill>
          <a:blip r:embed="rId4" cstate="print">
            <a:alphaModFix amt="30000"/>
          </a:blip>
          <a:stretch>
            <a:fillRect/>
          </a:stretch>
        </p:blipFill>
        <p:spPr>
          <a:xfrm>
            <a:off x="6988285" y="-2018700"/>
            <a:ext cx="2881223" cy="292987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13"/>
        <p:cNvGrpSpPr/>
        <p:nvPr/>
      </p:nvGrpSpPr>
      <p:grpSpPr>
        <a:xfrm>
          <a:off x="0" y="0"/>
          <a:ext cx="0" cy="0"/>
          <a:chOff x="0" y="0"/>
          <a:chExt cx="0" cy="0"/>
        </a:xfrm>
      </p:grpSpPr>
      <p:pic>
        <p:nvPicPr>
          <p:cNvPr id="314" name="Google Shape;314;p4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315" name="Google Shape;315;p42"/>
          <p:cNvPicPr preferRelativeResize="0"/>
          <p:nvPr/>
        </p:nvPicPr>
        <p:blipFill>
          <a:blip r:embed="rId3" cstate="print">
            <a:alphaModFix amt="35000"/>
          </a:blip>
          <a:stretch>
            <a:fillRect/>
          </a:stretch>
        </p:blipFill>
        <p:spPr>
          <a:xfrm rot="-702089">
            <a:off x="-734167" y="792101"/>
            <a:ext cx="7717137" cy="5143502"/>
          </a:xfrm>
          <a:prstGeom prst="rect">
            <a:avLst/>
          </a:prstGeom>
          <a:noFill/>
          <a:ln>
            <a:noFill/>
          </a:ln>
        </p:spPr>
      </p:pic>
      <p:sp>
        <p:nvSpPr>
          <p:cNvPr id="316" name="Google Shape;316;p42"/>
          <p:cNvSpPr txBox="1">
            <a:spLocks noGrp="1"/>
          </p:cNvSpPr>
          <p:nvPr>
            <p:ph type="title"/>
          </p:nvPr>
        </p:nvSpPr>
        <p:spPr>
          <a:xfrm>
            <a:off x="7200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7" name="Google Shape;317;p42"/>
          <p:cNvSpPr txBox="1">
            <a:spLocks noGrp="1"/>
          </p:cNvSpPr>
          <p:nvPr>
            <p:ph type="subTitle" idx="1"/>
          </p:nvPr>
        </p:nvSpPr>
        <p:spPr>
          <a:xfrm>
            <a:off x="9246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8" name="Google Shape;318;p42"/>
          <p:cNvSpPr txBox="1">
            <a:spLocks noGrp="1"/>
          </p:cNvSpPr>
          <p:nvPr>
            <p:ph type="title" idx="2"/>
          </p:nvPr>
        </p:nvSpPr>
        <p:spPr>
          <a:xfrm>
            <a:off x="34038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19" name="Google Shape;319;p42"/>
          <p:cNvSpPr txBox="1">
            <a:spLocks noGrp="1"/>
          </p:cNvSpPr>
          <p:nvPr>
            <p:ph type="subTitle" idx="3"/>
          </p:nvPr>
        </p:nvSpPr>
        <p:spPr>
          <a:xfrm>
            <a:off x="36084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0" name="Google Shape;320;p42"/>
          <p:cNvSpPr txBox="1">
            <a:spLocks noGrp="1"/>
          </p:cNvSpPr>
          <p:nvPr>
            <p:ph type="title" idx="4"/>
          </p:nvPr>
        </p:nvSpPr>
        <p:spPr>
          <a:xfrm>
            <a:off x="6087600" y="2548563"/>
            <a:ext cx="233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21" name="Google Shape;321;p42"/>
          <p:cNvSpPr txBox="1">
            <a:spLocks noGrp="1"/>
          </p:cNvSpPr>
          <p:nvPr>
            <p:ph type="subTitle" idx="5"/>
          </p:nvPr>
        </p:nvSpPr>
        <p:spPr>
          <a:xfrm>
            <a:off x="6292200" y="3266225"/>
            <a:ext cx="1927200" cy="933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2" name="Google Shape;322;p42"/>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323"/>
        <p:cNvGrpSpPr/>
        <p:nvPr/>
      </p:nvGrpSpPr>
      <p:grpSpPr>
        <a:xfrm>
          <a:off x="0" y="0"/>
          <a:ext cx="0" cy="0"/>
          <a:chOff x="0" y="0"/>
          <a:chExt cx="0" cy="0"/>
        </a:xfrm>
      </p:grpSpPr>
      <p:pic>
        <p:nvPicPr>
          <p:cNvPr id="324" name="Google Shape;324;p43"/>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25;p43"/>
          <p:cNvGrpSpPr/>
          <p:nvPr/>
        </p:nvGrpSpPr>
        <p:grpSpPr>
          <a:xfrm>
            <a:off x="-2630529" y="-1513088"/>
            <a:ext cx="13086688" cy="8065884"/>
            <a:chOff x="-2630529" y="-1513088"/>
            <a:chExt cx="13086688" cy="8065884"/>
          </a:xfrm>
        </p:grpSpPr>
        <p:pic>
          <p:nvPicPr>
            <p:cNvPr id="326" name="Google Shape;326;p43"/>
            <p:cNvPicPr preferRelativeResize="0"/>
            <p:nvPr/>
          </p:nvPicPr>
          <p:blipFill>
            <a:blip r:embed="rId3" cstate="print">
              <a:alphaModFix amt="30000"/>
            </a:blip>
            <a:stretch>
              <a:fillRect/>
            </a:stretch>
          </p:blipFill>
          <p:spPr>
            <a:xfrm rot="8851044" flipH="1">
              <a:off x="-1601951" y="1388001"/>
              <a:ext cx="3042426" cy="4716799"/>
            </a:xfrm>
            <a:prstGeom prst="rect">
              <a:avLst/>
            </a:prstGeom>
            <a:noFill/>
            <a:ln>
              <a:noFill/>
            </a:ln>
          </p:spPr>
        </p:pic>
        <p:pic>
          <p:nvPicPr>
            <p:cNvPr id="327" name="Google Shape;327;p43"/>
            <p:cNvPicPr preferRelativeResize="0"/>
            <p:nvPr/>
          </p:nvPicPr>
          <p:blipFill>
            <a:blip r:embed="rId4" cstate="print">
              <a:alphaModFix amt="13000"/>
            </a:blip>
            <a:stretch>
              <a:fillRect/>
            </a:stretch>
          </p:blipFill>
          <p:spPr>
            <a:xfrm rot="-5400000">
              <a:off x="7611947" y="-1658325"/>
              <a:ext cx="2698976" cy="2989450"/>
            </a:xfrm>
            <a:prstGeom prst="rect">
              <a:avLst/>
            </a:prstGeom>
            <a:noFill/>
            <a:ln>
              <a:noFill/>
            </a:ln>
          </p:spPr>
        </p:pic>
        <p:pic>
          <p:nvPicPr>
            <p:cNvPr id="328" name="Google Shape;328;p43"/>
            <p:cNvPicPr preferRelativeResize="0"/>
            <p:nvPr/>
          </p:nvPicPr>
          <p:blipFill>
            <a:blip r:embed="rId5" cstate="print">
              <a:alphaModFix amt="41000"/>
            </a:blip>
            <a:stretch>
              <a:fillRect/>
            </a:stretch>
          </p:blipFill>
          <p:spPr>
            <a:xfrm>
              <a:off x="1090275" y="95587"/>
              <a:ext cx="432124" cy="439424"/>
            </a:xfrm>
            <a:prstGeom prst="rect">
              <a:avLst/>
            </a:prstGeom>
            <a:noFill/>
            <a:ln>
              <a:noFill/>
            </a:ln>
          </p:spPr>
        </p:pic>
        <p:pic>
          <p:nvPicPr>
            <p:cNvPr id="329" name="Google Shape;329;p43"/>
            <p:cNvPicPr preferRelativeResize="0"/>
            <p:nvPr/>
          </p:nvPicPr>
          <p:blipFill>
            <a:blip r:embed="rId6" cstate="print">
              <a:alphaModFix amt="38000"/>
            </a:blip>
            <a:stretch>
              <a:fillRect/>
            </a:stretch>
          </p:blipFill>
          <p:spPr>
            <a:xfrm flipH="1">
              <a:off x="169348" y="471744"/>
              <a:ext cx="920927" cy="936530"/>
            </a:xfrm>
            <a:prstGeom prst="rect">
              <a:avLst/>
            </a:prstGeom>
            <a:noFill/>
            <a:ln>
              <a:noFill/>
            </a:ln>
          </p:spPr>
        </p:pic>
      </p:grpSp>
      <p:sp>
        <p:nvSpPr>
          <p:cNvPr id="330" name="Google Shape;330;p43"/>
          <p:cNvSpPr txBox="1">
            <a:spLocks noGrp="1"/>
          </p:cNvSpPr>
          <p:nvPr>
            <p:ph type="title"/>
          </p:nvPr>
        </p:nvSpPr>
        <p:spPr>
          <a:xfrm>
            <a:off x="8724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1" name="Google Shape;331;p43"/>
          <p:cNvSpPr txBox="1">
            <a:spLocks noGrp="1"/>
          </p:cNvSpPr>
          <p:nvPr>
            <p:ph type="subTitle" idx="1"/>
          </p:nvPr>
        </p:nvSpPr>
        <p:spPr>
          <a:xfrm>
            <a:off x="8724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2" name="Google Shape;332;p43"/>
          <p:cNvSpPr txBox="1">
            <a:spLocks noGrp="1"/>
          </p:cNvSpPr>
          <p:nvPr>
            <p:ph type="title" idx="2"/>
          </p:nvPr>
        </p:nvSpPr>
        <p:spPr>
          <a:xfrm>
            <a:off x="34038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3" name="Google Shape;333;p43"/>
          <p:cNvSpPr txBox="1">
            <a:spLocks noGrp="1"/>
          </p:cNvSpPr>
          <p:nvPr>
            <p:ph type="subTitle" idx="3"/>
          </p:nvPr>
        </p:nvSpPr>
        <p:spPr>
          <a:xfrm>
            <a:off x="34038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4" name="Google Shape;334;p43"/>
          <p:cNvSpPr txBox="1">
            <a:spLocks noGrp="1"/>
          </p:cNvSpPr>
          <p:nvPr>
            <p:ph type="title" idx="4"/>
          </p:nvPr>
        </p:nvSpPr>
        <p:spPr>
          <a:xfrm>
            <a:off x="5935200" y="3320062"/>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35" name="Google Shape;335;p43"/>
          <p:cNvSpPr txBox="1">
            <a:spLocks noGrp="1"/>
          </p:cNvSpPr>
          <p:nvPr>
            <p:ph type="subTitle" idx="5"/>
          </p:nvPr>
        </p:nvSpPr>
        <p:spPr>
          <a:xfrm>
            <a:off x="5935200" y="404227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6" name="Google Shape;336;p43"/>
          <p:cNvSpPr txBox="1">
            <a:spLocks noGrp="1"/>
          </p:cNvSpPr>
          <p:nvPr>
            <p:ph type="title" idx="6"/>
          </p:nvPr>
        </p:nvSpPr>
        <p:spPr>
          <a:xfrm>
            <a:off x="720000" y="535000"/>
            <a:ext cx="77040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337"/>
        <p:cNvGrpSpPr/>
        <p:nvPr/>
      </p:nvGrpSpPr>
      <p:grpSpPr>
        <a:xfrm>
          <a:off x="0" y="0"/>
          <a:ext cx="0" cy="0"/>
          <a:chOff x="0" y="0"/>
          <a:chExt cx="0" cy="0"/>
        </a:xfrm>
      </p:grpSpPr>
      <p:pic>
        <p:nvPicPr>
          <p:cNvPr id="338" name="Google Shape;338;p44"/>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39;p44"/>
          <p:cNvGrpSpPr/>
          <p:nvPr/>
        </p:nvGrpSpPr>
        <p:grpSpPr>
          <a:xfrm rot="10800000" flipH="1">
            <a:off x="-1846500" y="-1386399"/>
            <a:ext cx="11304528" cy="8107960"/>
            <a:chOff x="-1846500" y="-1386399"/>
            <a:chExt cx="11304528" cy="8107960"/>
          </a:xfrm>
        </p:grpSpPr>
        <p:pic>
          <p:nvPicPr>
            <p:cNvPr id="340" name="Google Shape;340;p44"/>
            <p:cNvPicPr preferRelativeResize="0"/>
            <p:nvPr/>
          </p:nvPicPr>
          <p:blipFill>
            <a:blip r:embed="rId3" cstate="print">
              <a:alphaModFix amt="27000"/>
            </a:blip>
            <a:stretch>
              <a:fillRect/>
            </a:stretch>
          </p:blipFill>
          <p:spPr>
            <a:xfrm>
              <a:off x="6686275" y="-1386399"/>
              <a:ext cx="2771753" cy="2736575"/>
            </a:xfrm>
            <a:prstGeom prst="rect">
              <a:avLst/>
            </a:prstGeom>
            <a:noFill/>
            <a:ln>
              <a:noFill/>
            </a:ln>
          </p:spPr>
        </p:pic>
        <p:pic>
          <p:nvPicPr>
            <p:cNvPr id="341" name="Google Shape;341;p44"/>
            <p:cNvPicPr preferRelativeResize="0"/>
            <p:nvPr/>
          </p:nvPicPr>
          <p:blipFill>
            <a:blip r:embed="rId4" cstate="print">
              <a:alphaModFix amt="34000"/>
            </a:blip>
            <a:stretch>
              <a:fillRect/>
            </a:stretch>
          </p:blipFill>
          <p:spPr>
            <a:xfrm rot="5203858">
              <a:off x="-1631029" y="3518279"/>
              <a:ext cx="2980001" cy="3246294"/>
            </a:xfrm>
            <a:prstGeom prst="rect">
              <a:avLst/>
            </a:prstGeom>
            <a:noFill/>
            <a:ln>
              <a:noFill/>
            </a:ln>
          </p:spPr>
        </p:pic>
      </p:grpSp>
      <p:sp>
        <p:nvSpPr>
          <p:cNvPr id="342" name="Google Shape;342;p44"/>
          <p:cNvSpPr txBox="1">
            <a:spLocks noGrp="1"/>
          </p:cNvSpPr>
          <p:nvPr>
            <p:ph type="title"/>
          </p:nvPr>
        </p:nvSpPr>
        <p:spPr>
          <a:xfrm>
            <a:off x="72792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3" name="Google Shape;343;p44"/>
          <p:cNvSpPr txBox="1">
            <a:spLocks noGrp="1"/>
          </p:cNvSpPr>
          <p:nvPr>
            <p:ph type="subTitle" idx="1"/>
          </p:nvPr>
        </p:nvSpPr>
        <p:spPr>
          <a:xfrm>
            <a:off x="82587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4" name="Google Shape;344;p44"/>
          <p:cNvSpPr txBox="1">
            <a:spLocks noGrp="1"/>
          </p:cNvSpPr>
          <p:nvPr>
            <p:ph type="title" idx="2"/>
          </p:nvPr>
        </p:nvSpPr>
        <p:spPr>
          <a:xfrm>
            <a:off x="4659975"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5" name="Google Shape;345;p44"/>
          <p:cNvSpPr txBox="1">
            <a:spLocks noGrp="1"/>
          </p:cNvSpPr>
          <p:nvPr>
            <p:ph type="subTitle" idx="3"/>
          </p:nvPr>
        </p:nvSpPr>
        <p:spPr>
          <a:xfrm>
            <a:off x="4757925"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6" name="Google Shape;346;p44"/>
          <p:cNvSpPr txBox="1">
            <a:spLocks noGrp="1"/>
          </p:cNvSpPr>
          <p:nvPr>
            <p:ph type="title" idx="4"/>
          </p:nvPr>
        </p:nvSpPr>
        <p:spPr>
          <a:xfrm>
            <a:off x="269395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7" name="Google Shape;347;p44"/>
          <p:cNvSpPr txBox="1">
            <a:spLocks noGrp="1"/>
          </p:cNvSpPr>
          <p:nvPr>
            <p:ph type="subTitle" idx="5"/>
          </p:nvPr>
        </p:nvSpPr>
        <p:spPr>
          <a:xfrm>
            <a:off x="279190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48" name="Google Shape;348;p44"/>
          <p:cNvSpPr txBox="1">
            <a:spLocks noGrp="1"/>
          </p:cNvSpPr>
          <p:nvPr>
            <p:ph type="title" idx="6"/>
          </p:nvPr>
        </p:nvSpPr>
        <p:spPr>
          <a:xfrm>
            <a:off x="6626000" y="2425524"/>
            <a:ext cx="17979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49" name="Google Shape;349;p44"/>
          <p:cNvSpPr txBox="1">
            <a:spLocks noGrp="1"/>
          </p:cNvSpPr>
          <p:nvPr>
            <p:ph type="subTitle" idx="7"/>
          </p:nvPr>
        </p:nvSpPr>
        <p:spPr>
          <a:xfrm>
            <a:off x="6723950" y="3148057"/>
            <a:ext cx="1602000" cy="801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0" name="Google Shape;350;p44"/>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51"/>
        <p:cNvGrpSpPr/>
        <p:nvPr/>
      </p:nvGrpSpPr>
      <p:grpSpPr>
        <a:xfrm>
          <a:off x="0" y="0"/>
          <a:ext cx="0" cy="0"/>
          <a:chOff x="0" y="0"/>
          <a:chExt cx="0" cy="0"/>
        </a:xfrm>
      </p:grpSpPr>
      <p:pic>
        <p:nvPicPr>
          <p:cNvPr id="352" name="Google Shape;352;p45"/>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53;p45"/>
          <p:cNvGrpSpPr/>
          <p:nvPr/>
        </p:nvGrpSpPr>
        <p:grpSpPr>
          <a:xfrm>
            <a:off x="-891002" y="-1475725"/>
            <a:ext cx="10578908" cy="2929874"/>
            <a:chOff x="-891002" y="-1228775"/>
            <a:chExt cx="10578908" cy="2929874"/>
          </a:xfrm>
        </p:grpSpPr>
        <p:pic>
          <p:nvPicPr>
            <p:cNvPr id="354" name="Google Shape;354;p45"/>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355" name="Google Shape;355;p45"/>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356" name="Google Shape;356;p45"/>
          <p:cNvSpPr txBox="1">
            <a:spLocks noGrp="1"/>
          </p:cNvSpPr>
          <p:nvPr>
            <p:ph type="title"/>
          </p:nvPr>
        </p:nvSpPr>
        <p:spPr>
          <a:xfrm>
            <a:off x="7200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7" name="Google Shape;357;p45"/>
          <p:cNvSpPr txBox="1">
            <a:spLocks noGrp="1"/>
          </p:cNvSpPr>
          <p:nvPr>
            <p:ph type="subTitle" idx="1"/>
          </p:nvPr>
        </p:nvSpPr>
        <p:spPr>
          <a:xfrm>
            <a:off x="7200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58" name="Google Shape;358;p45"/>
          <p:cNvSpPr txBox="1">
            <a:spLocks noGrp="1"/>
          </p:cNvSpPr>
          <p:nvPr>
            <p:ph type="title" idx="2"/>
          </p:nvPr>
        </p:nvSpPr>
        <p:spPr>
          <a:xfrm>
            <a:off x="3419269"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59" name="Google Shape;359;p45"/>
          <p:cNvSpPr txBox="1">
            <a:spLocks noGrp="1"/>
          </p:cNvSpPr>
          <p:nvPr>
            <p:ph type="subTitle" idx="3"/>
          </p:nvPr>
        </p:nvSpPr>
        <p:spPr>
          <a:xfrm>
            <a:off x="3419269"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0" name="Google Shape;360;p45"/>
          <p:cNvSpPr txBox="1">
            <a:spLocks noGrp="1"/>
          </p:cNvSpPr>
          <p:nvPr>
            <p:ph type="title" idx="4"/>
          </p:nvPr>
        </p:nvSpPr>
        <p:spPr>
          <a:xfrm>
            <a:off x="7200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1" name="Google Shape;361;p45"/>
          <p:cNvSpPr txBox="1">
            <a:spLocks noGrp="1"/>
          </p:cNvSpPr>
          <p:nvPr>
            <p:ph type="subTitle" idx="5"/>
          </p:nvPr>
        </p:nvSpPr>
        <p:spPr>
          <a:xfrm>
            <a:off x="7200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2" name="Google Shape;362;p45"/>
          <p:cNvSpPr txBox="1">
            <a:spLocks noGrp="1"/>
          </p:cNvSpPr>
          <p:nvPr>
            <p:ph type="title" idx="6"/>
          </p:nvPr>
        </p:nvSpPr>
        <p:spPr>
          <a:xfrm>
            <a:off x="3419269"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3" name="Google Shape;363;p45"/>
          <p:cNvSpPr txBox="1">
            <a:spLocks noGrp="1"/>
          </p:cNvSpPr>
          <p:nvPr>
            <p:ph type="subTitle" idx="7"/>
          </p:nvPr>
        </p:nvSpPr>
        <p:spPr>
          <a:xfrm>
            <a:off x="3419269"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4" name="Google Shape;364;p45"/>
          <p:cNvSpPr txBox="1">
            <a:spLocks noGrp="1"/>
          </p:cNvSpPr>
          <p:nvPr>
            <p:ph type="title" idx="8"/>
          </p:nvPr>
        </p:nvSpPr>
        <p:spPr>
          <a:xfrm>
            <a:off x="6118545"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5" name="Google Shape;365;p45"/>
          <p:cNvSpPr txBox="1">
            <a:spLocks noGrp="1"/>
          </p:cNvSpPr>
          <p:nvPr>
            <p:ph type="subTitle" idx="9"/>
          </p:nvPr>
        </p:nvSpPr>
        <p:spPr>
          <a:xfrm>
            <a:off x="6118545"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6" name="Google Shape;366;p45"/>
          <p:cNvSpPr txBox="1">
            <a:spLocks noGrp="1"/>
          </p:cNvSpPr>
          <p:nvPr>
            <p:ph type="title" idx="13"/>
          </p:nvPr>
        </p:nvSpPr>
        <p:spPr>
          <a:xfrm>
            <a:off x="6118545"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67" name="Google Shape;367;p45"/>
          <p:cNvSpPr txBox="1">
            <a:spLocks noGrp="1"/>
          </p:cNvSpPr>
          <p:nvPr>
            <p:ph type="subTitle" idx="14"/>
          </p:nvPr>
        </p:nvSpPr>
        <p:spPr>
          <a:xfrm>
            <a:off x="6118545"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68" name="Google Shape;368;p45"/>
          <p:cNvSpPr txBox="1">
            <a:spLocks noGrp="1"/>
          </p:cNvSpPr>
          <p:nvPr>
            <p:ph type="title" idx="15"/>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369"/>
        <p:cNvGrpSpPr/>
        <p:nvPr/>
      </p:nvGrpSpPr>
      <p:grpSpPr>
        <a:xfrm>
          <a:off x="0" y="0"/>
          <a:ext cx="0" cy="0"/>
          <a:chOff x="0" y="0"/>
          <a:chExt cx="0" cy="0"/>
        </a:xfrm>
      </p:grpSpPr>
      <p:pic>
        <p:nvPicPr>
          <p:cNvPr id="370" name="Google Shape;370;p46"/>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371;p46"/>
          <p:cNvGrpSpPr/>
          <p:nvPr/>
        </p:nvGrpSpPr>
        <p:grpSpPr>
          <a:xfrm>
            <a:off x="-1203759" y="-1310750"/>
            <a:ext cx="10783080" cy="7374679"/>
            <a:chOff x="-1203759" y="-1063800"/>
            <a:chExt cx="10783080" cy="7374679"/>
          </a:xfrm>
        </p:grpSpPr>
        <p:pic>
          <p:nvPicPr>
            <p:cNvPr id="372" name="Google Shape;372;p46"/>
            <p:cNvPicPr preferRelativeResize="0"/>
            <p:nvPr/>
          </p:nvPicPr>
          <p:blipFill>
            <a:blip r:embed="rId3" cstate="print">
              <a:alphaModFix amt="29000"/>
            </a:blip>
            <a:stretch>
              <a:fillRect/>
            </a:stretch>
          </p:blipFill>
          <p:spPr>
            <a:xfrm>
              <a:off x="6698098" y="-1063800"/>
              <a:ext cx="2881223" cy="2929874"/>
            </a:xfrm>
            <a:prstGeom prst="rect">
              <a:avLst/>
            </a:prstGeom>
            <a:noFill/>
            <a:ln>
              <a:noFill/>
            </a:ln>
          </p:spPr>
        </p:pic>
        <p:pic>
          <p:nvPicPr>
            <p:cNvPr id="373" name="Google Shape;373;p46"/>
            <p:cNvPicPr preferRelativeResize="0"/>
            <p:nvPr/>
          </p:nvPicPr>
          <p:blipFill>
            <a:blip r:embed="rId4" cstate="print">
              <a:alphaModFix amt="43000"/>
            </a:blip>
            <a:stretch>
              <a:fillRect/>
            </a:stretch>
          </p:blipFill>
          <p:spPr>
            <a:xfrm rot="4408896">
              <a:off x="-467876" y="3900125"/>
              <a:ext cx="1486300" cy="2644623"/>
            </a:xfrm>
            <a:prstGeom prst="rect">
              <a:avLst/>
            </a:prstGeom>
            <a:noFill/>
            <a:ln>
              <a:noFill/>
            </a:ln>
          </p:spPr>
        </p:pic>
      </p:grpSp>
      <p:sp>
        <p:nvSpPr>
          <p:cNvPr id="374" name="Google Shape;374;p46"/>
          <p:cNvSpPr txBox="1">
            <a:spLocks noGrp="1"/>
          </p:cNvSpPr>
          <p:nvPr>
            <p:ph type="title"/>
          </p:nvPr>
        </p:nvSpPr>
        <p:spPr>
          <a:xfrm>
            <a:off x="1911900"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5" name="Google Shape;375;p46"/>
          <p:cNvSpPr txBox="1">
            <a:spLocks noGrp="1"/>
          </p:cNvSpPr>
          <p:nvPr>
            <p:ph type="subTitle" idx="1"/>
          </p:nvPr>
        </p:nvSpPr>
        <p:spPr>
          <a:xfrm>
            <a:off x="1911900"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6" name="Google Shape;376;p46"/>
          <p:cNvSpPr txBox="1">
            <a:spLocks noGrp="1"/>
          </p:cNvSpPr>
          <p:nvPr>
            <p:ph type="title" idx="2"/>
          </p:nvPr>
        </p:nvSpPr>
        <p:spPr>
          <a:xfrm>
            <a:off x="4926594" y="1663614"/>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7" name="Google Shape;377;p46"/>
          <p:cNvSpPr txBox="1">
            <a:spLocks noGrp="1"/>
          </p:cNvSpPr>
          <p:nvPr>
            <p:ph type="subTitle" idx="3"/>
          </p:nvPr>
        </p:nvSpPr>
        <p:spPr>
          <a:xfrm>
            <a:off x="4926594" y="214418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78" name="Google Shape;378;p46"/>
          <p:cNvSpPr txBox="1">
            <a:spLocks noGrp="1"/>
          </p:cNvSpPr>
          <p:nvPr>
            <p:ph type="title" idx="4"/>
          </p:nvPr>
        </p:nvSpPr>
        <p:spPr>
          <a:xfrm>
            <a:off x="1911900"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79" name="Google Shape;379;p46"/>
          <p:cNvSpPr txBox="1">
            <a:spLocks noGrp="1"/>
          </p:cNvSpPr>
          <p:nvPr>
            <p:ph type="subTitle" idx="5"/>
          </p:nvPr>
        </p:nvSpPr>
        <p:spPr>
          <a:xfrm>
            <a:off x="1911900"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0" name="Google Shape;380;p46"/>
          <p:cNvSpPr txBox="1">
            <a:spLocks noGrp="1"/>
          </p:cNvSpPr>
          <p:nvPr>
            <p:ph type="title" idx="6"/>
          </p:nvPr>
        </p:nvSpPr>
        <p:spPr>
          <a:xfrm>
            <a:off x="4926594"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1" name="Google Shape;381;p46"/>
          <p:cNvSpPr txBox="1">
            <a:spLocks noGrp="1"/>
          </p:cNvSpPr>
          <p:nvPr>
            <p:ph type="subTitle" idx="7"/>
          </p:nvPr>
        </p:nvSpPr>
        <p:spPr>
          <a:xfrm>
            <a:off x="4926594"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82" name="Google Shape;382;p46"/>
          <p:cNvSpPr txBox="1">
            <a:spLocks noGrp="1"/>
          </p:cNvSpPr>
          <p:nvPr>
            <p:ph type="title" idx="8"/>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383"/>
        <p:cNvGrpSpPr/>
        <p:nvPr/>
      </p:nvGrpSpPr>
      <p:grpSpPr>
        <a:xfrm>
          <a:off x="0" y="0"/>
          <a:ext cx="0" cy="0"/>
          <a:chOff x="0" y="0"/>
          <a:chExt cx="0" cy="0"/>
        </a:xfrm>
      </p:grpSpPr>
      <p:sp>
        <p:nvSpPr>
          <p:cNvPr id="384" name="Google Shape;384;p47"/>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385" name="Google Shape;385;p47"/>
          <p:cNvSpPr txBox="1">
            <a:spLocks noGrp="1"/>
          </p:cNvSpPr>
          <p:nvPr>
            <p:ph type="title" idx="2"/>
          </p:nvPr>
        </p:nvSpPr>
        <p:spPr>
          <a:xfrm>
            <a:off x="1104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6" name="Google Shape;386;p47"/>
          <p:cNvSpPr txBox="1">
            <a:spLocks noGrp="1"/>
          </p:cNvSpPr>
          <p:nvPr>
            <p:ph type="subTitle" idx="1"/>
          </p:nvPr>
        </p:nvSpPr>
        <p:spPr>
          <a:xfrm>
            <a:off x="7165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7" name="Google Shape;387;p47"/>
          <p:cNvSpPr txBox="1">
            <a:spLocks noGrp="1"/>
          </p:cNvSpPr>
          <p:nvPr>
            <p:ph type="title" idx="3"/>
          </p:nvPr>
        </p:nvSpPr>
        <p:spPr>
          <a:xfrm>
            <a:off x="5137350" y="1345700"/>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88" name="Google Shape;388;p47"/>
          <p:cNvSpPr txBox="1">
            <a:spLocks noGrp="1"/>
          </p:cNvSpPr>
          <p:nvPr>
            <p:ph type="subTitle" idx="4"/>
          </p:nvPr>
        </p:nvSpPr>
        <p:spPr>
          <a:xfrm>
            <a:off x="4682850" y="1905550"/>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89" name="Google Shape;389;p47"/>
          <p:cNvSpPr txBox="1">
            <a:spLocks noGrp="1"/>
          </p:cNvSpPr>
          <p:nvPr>
            <p:ph type="title" idx="5"/>
          </p:nvPr>
        </p:nvSpPr>
        <p:spPr>
          <a:xfrm>
            <a:off x="1104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0" name="Google Shape;390;p47"/>
          <p:cNvSpPr txBox="1">
            <a:spLocks noGrp="1"/>
          </p:cNvSpPr>
          <p:nvPr>
            <p:ph type="subTitle" idx="6"/>
          </p:nvPr>
        </p:nvSpPr>
        <p:spPr>
          <a:xfrm>
            <a:off x="7165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391" name="Google Shape;391;p47"/>
          <p:cNvSpPr txBox="1">
            <a:spLocks noGrp="1"/>
          </p:cNvSpPr>
          <p:nvPr>
            <p:ph type="title" idx="7"/>
          </p:nvPr>
        </p:nvSpPr>
        <p:spPr>
          <a:xfrm>
            <a:off x="5137350" y="2974525"/>
            <a:ext cx="28356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392" name="Google Shape;392;p47"/>
          <p:cNvSpPr txBox="1">
            <a:spLocks noGrp="1"/>
          </p:cNvSpPr>
          <p:nvPr>
            <p:ph type="subTitle" idx="8"/>
          </p:nvPr>
        </p:nvSpPr>
        <p:spPr>
          <a:xfrm>
            <a:off x="4682850" y="3534375"/>
            <a:ext cx="3744600" cy="975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Char char="●"/>
              <a:defRPr sz="1400">
                <a:solidFill>
                  <a:schemeClr val="dk1"/>
                </a:solidFill>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grpSp>
        <p:nvGrpSpPr>
          <p:cNvPr id="2" name="Google Shape;393;p47"/>
          <p:cNvGrpSpPr/>
          <p:nvPr/>
        </p:nvGrpSpPr>
        <p:grpSpPr>
          <a:xfrm rot="10800000" flipH="1">
            <a:off x="-891002" y="-794254"/>
            <a:ext cx="10578908" cy="3143404"/>
            <a:chOff x="-891002" y="-1020125"/>
            <a:chExt cx="10578908" cy="3143404"/>
          </a:xfrm>
        </p:grpSpPr>
        <p:pic>
          <p:nvPicPr>
            <p:cNvPr id="394" name="Google Shape;394;p47"/>
            <p:cNvPicPr preferRelativeResize="0"/>
            <p:nvPr/>
          </p:nvPicPr>
          <p:blipFill>
            <a:blip r:embed="rId2" cstate="print">
              <a:alphaModFix amt="29000"/>
            </a:blip>
            <a:stretch>
              <a:fillRect/>
            </a:stretch>
          </p:blipFill>
          <p:spPr>
            <a:xfrm>
              <a:off x="-891002" y="-1020125"/>
              <a:ext cx="2881223" cy="2929874"/>
            </a:xfrm>
            <a:prstGeom prst="rect">
              <a:avLst/>
            </a:prstGeom>
            <a:noFill/>
            <a:ln>
              <a:noFill/>
            </a:ln>
          </p:spPr>
        </p:pic>
        <p:pic>
          <p:nvPicPr>
            <p:cNvPr id="395" name="Google Shape;395;p47"/>
            <p:cNvPicPr preferRelativeResize="0"/>
            <p:nvPr/>
          </p:nvPicPr>
          <p:blipFill>
            <a:blip r:embed="rId3" cstate="print">
              <a:alphaModFix amt="43000"/>
            </a:blip>
            <a:stretch>
              <a:fillRect/>
            </a:stretch>
          </p:blipFill>
          <p:spPr>
            <a:xfrm rot="4408896">
              <a:off x="7465724" y="-287475"/>
              <a:ext cx="1486300" cy="2644623"/>
            </a:xfrm>
            <a:prstGeom prst="rect">
              <a:avLst/>
            </a:prstGeom>
            <a:noFill/>
            <a:ln>
              <a:noFill/>
            </a:ln>
          </p:spPr>
        </p:pic>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396"/>
        <p:cNvGrpSpPr/>
        <p:nvPr/>
      </p:nvGrpSpPr>
      <p:grpSpPr>
        <a:xfrm>
          <a:off x="0" y="0"/>
          <a:ext cx="0" cy="0"/>
          <a:chOff x="0" y="0"/>
          <a:chExt cx="0" cy="0"/>
        </a:xfrm>
      </p:grpSpPr>
      <p:pic>
        <p:nvPicPr>
          <p:cNvPr id="397" name="Google Shape;397;p48"/>
          <p:cNvPicPr preferRelativeResize="0"/>
          <p:nvPr/>
        </p:nvPicPr>
        <p:blipFill>
          <a:blip r:embed="rId2" cstate="print">
            <a:alphaModFix amt="57000"/>
          </a:blip>
          <a:stretch>
            <a:fillRect/>
          </a:stretch>
        </p:blipFill>
        <p:spPr>
          <a:xfrm rot="10800000" flipH="1">
            <a:off x="0" y="0"/>
            <a:ext cx="9144000" cy="5143500"/>
          </a:xfrm>
          <a:prstGeom prst="rect">
            <a:avLst/>
          </a:prstGeom>
          <a:noFill/>
          <a:ln>
            <a:noFill/>
          </a:ln>
        </p:spPr>
      </p:pic>
      <p:grpSp>
        <p:nvGrpSpPr>
          <p:cNvPr id="2" name="Google Shape;398;p48"/>
          <p:cNvGrpSpPr/>
          <p:nvPr/>
        </p:nvGrpSpPr>
        <p:grpSpPr>
          <a:xfrm rot="10800000" flipH="1">
            <a:off x="-891002" y="3689351"/>
            <a:ext cx="10578908" cy="2929874"/>
            <a:chOff x="-891002" y="-1228775"/>
            <a:chExt cx="10578908" cy="2929874"/>
          </a:xfrm>
        </p:grpSpPr>
        <p:pic>
          <p:nvPicPr>
            <p:cNvPr id="399" name="Google Shape;399;p48"/>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00" name="Google Shape;400;p48"/>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
        <p:nvSpPr>
          <p:cNvPr id="401" name="Google Shape;401;p48"/>
          <p:cNvSpPr txBox="1">
            <a:spLocks noGrp="1"/>
          </p:cNvSpPr>
          <p:nvPr>
            <p:ph type="title"/>
          </p:nvPr>
        </p:nvSpPr>
        <p:spPr>
          <a:xfrm>
            <a:off x="720000"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2" name="Google Shape;402;p48"/>
          <p:cNvSpPr txBox="1">
            <a:spLocks noGrp="1"/>
          </p:cNvSpPr>
          <p:nvPr>
            <p:ph type="subTitle" idx="1"/>
          </p:nvPr>
        </p:nvSpPr>
        <p:spPr>
          <a:xfrm>
            <a:off x="720000"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3" name="Google Shape;403;p48"/>
          <p:cNvSpPr txBox="1">
            <a:spLocks noGrp="1"/>
          </p:cNvSpPr>
          <p:nvPr>
            <p:ph type="title" idx="2"/>
          </p:nvPr>
        </p:nvSpPr>
        <p:spPr>
          <a:xfrm>
            <a:off x="3419269"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4" name="Google Shape;404;p48"/>
          <p:cNvSpPr txBox="1">
            <a:spLocks noGrp="1"/>
          </p:cNvSpPr>
          <p:nvPr>
            <p:ph type="subTitle" idx="3"/>
          </p:nvPr>
        </p:nvSpPr>
        <p:spPr>
          <a:xfrm>
            <a:off x="3419269"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5" name="Google Shape;405;p48"/>
          <p:cNvSpPr txBox="1">
            <a:spLocks noGrp="1"/>
          </p:cNvSpPr>
          <p:nvPr>
            <p:ph type="title" idx="4"/>
          </p:nvPr>
        </p:nvSpPr>
        <p:spPr>
          <a:xfrm>
            <a:off x="2069638"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6" name="Google Shape;406;p48"/>
          <p:cNvSpPr txBox="1">
            <a:spLocks noGrp="1"/>
          </p:cNvSpPr>
          <p:nvPr>
            <p:ph type="subTitle" idx="5"/>
          </p:nvPr>
        </p:nvSpPr>
        <p:spPr>
          <a:xfrm>
            <a:off x="2069638"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7" name="Google Shape;407;p48"/>
          <p:cNvSpPr txBox="1">
            <a:spLocks noGrp="1"/>
          </p:cNvSpPr>
          <p:nvPr>
            <p:ph type="title" idx="6"/>
          </p:nvPr>
        </p:nvSpPr>
        <p:spPr>
          <a:xfrm>
            <a:off x="4768907" y="3507753"/>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08" name="Google Shape;408;p48"/>
          <p:cNvSpPr txBox="1">
            <a:spLocks noGrp="1"/>
          </p:cNvSpPr>
          <p:nvPr>
            <p:ph type="subTitle" idx="7"/>
          </p:nvPr>
        </p:nvSpPr>
        <p:spPr>
          <a:xfrm>
            <a:off x="4768907" y="3988186"/>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09" name="Google Shape;409;p48"/>
          <p:cNvSpPr txBox="1">
            <a:spLocks noGrp="1"/>
          </p:cNvSpPr>
          <p:nvPr>
            <p:ph type="title" idx="8"/>
          </p:nvPr>
        </p:nvSpPr>
        <p:spPr>
          <a:xfrm>
            <a:off x="6118545" y="1762539"/>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1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410" name="Google Shape;410;p48"/>
          <p:cNvSpPr txBox="1">
            <a:spLocks noGrp="1"/>
          </p:cNvSpPr>
          <p:nvPr>
            <p:ph type="subTitle" idx="9"/>
          </p:nvPr>
        </p:nvSpPr>
        <p:spPr>
          <a:xfrm>
            <a:off x="6118545" y="2243110"/>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1" name="Google Shape;411;p48"/>
          <p:cNvSpPr txBox="1">
            <a:spLocks noGrp="1"/>
          </p:cNvSpPr>
          <p:nvPr>
            <p:ph type="title" idx="13"/>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412"/>
        <p:cNvGrpSpPr/>
        <p:nvPr/>
      </p:nvGrpSpPr>
      <p:grpSpPr>
        <a:xfrm>
          <a:off x="0" y="0"/>
          <a:ext cx="0" cy="0"/>
          <a:chOff x="0" y="0"/>
          <a:chExt cx="0" cy="0"/>
        </a:xfrm>
      </p:grpSpPr>
      <p:pic>
        <p:nvPicPr>
          <p:cNvPr id="413" name="Google Shape;413;p4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14" name="Google Shape;414;p49"/>
          <p:cNvSpPr txBox="1">
            <a:spLocks noGrp="1"/>
          </p:cNvSpPr>
          <p:nvPr>
            <p:ph type="title" hasCustomPrompt="1"/>
          </p:nvPr>
        </p:nvSpPr>
        <p:spPr>
          <a:xfrm>
            <a:off x="1312156" y="19972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5" name="Google Shape;415;p49"/>
          <p:cNvSpPr txBox="1">
            <a:spLocks noGrp="1"/>
          </p:cNvSpPr>
          <p:nvPr>
            <p:ph type="subTitle" idx="1"/>
          </p:nvPr>
        </p:nvSpPr>
        <p:spPr>
          <a:xfrm>
            <a:off x="1312225" y="4188588"/>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6" name="Google Shape;416;p49"/>
          <p:cNvSpPr txBox="1">
            <a:spLocks noGrp="1"/>
          </p:cNvSpPr>
          <p:nvPr>
            <p:ph type="title" idx="2" hasCustomPrompt="1"/>
          </p:nvPr>
        </p:nvSpPr>
        <p:spPr>
          <a:xfrm>
            <a:off x="1312144" y="34175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7" name="Google Shape;417;p49"/>
          <p:cNvSpPr txBox="1">
            <a:spLocks noGrp="1"/>
          </p:cNvSpPr>
          <p:nvPr>
            <p:ph type="subTitle" idx="3"/>
          </p:nvPr>
        </p:nvSpPr>
        <p:spPr>
          <a:xfrm>
            <a:off x="1312175" y="12895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18" name="Google Shape;418;p49"/>
          <p:cNvSpPr txBox="1">
            <a:spLocks noGrp="1"/>
          </p:cNvSpPr>
          <p:nvPr>
            <p:ph type="title" idx="4" hasCustomPrompt="1"/>
          </p:nvPr>
        </p:nvSpPr>
        <p:spPr>
          <a:xfrm>
            <a:off x="1312181" y="576913"/>
            <a:ext cx="6561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19" name="Google Shape;419;p49"/>
          <p:cNvSpPr txBox="1">
            <a:spLocks noGrp="1"/>
          </p:cNvSpPr>
          <p:nvPr>
            <p:ph type="subTitle" idx="5"/>
          </p:nvPr>
        </p:nvSpPr>
        <p:spPr>
          <a:xfrm>
            <a:off x="1312225" y="2709813"/>
            <a:ext cx="65619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20;p49"/>
          <p:cNvGrpSpPr/>
          <p:nvPr/>
        </p:nvGrpSpPr>
        <p:grpSpPr>
          <a:xfrm>
            <a:off x="-1956832" y="-1968099"/>
            <a:ext cx="12940132" cy="7885148"/>
            <a:chOff x="-1956832" y="-1968099"/>
            <a:chExt cx="12940132" cy="7885148"/>
          </a:xfrm>
        </p:grpSpPr>
        <p:pic>
          <p:nvPicPr>
            <p:cNvPr id="421" name="Google Shape;421;p49"/>
            <p:cNvPicPr preferRelativeResize="0"/>
            <p:nvPr/>
          </p:nvPicPr>
          <p:blipFill>
            <a:blip r:embed="rId3" cstate="print">
              <a:alphaModFix amt="23000"/>
            </a:blip>
            <a:stretch>
              <a:fillRect/>
            </a:stretch>
          </p:blipFill>
          <p:spPr>
            <a:xfrm rot="-9618045">
              <a:off x="-1253698" y="364923"/>
              <a:ext cx="3030302" cy="4698001"/>
            </a:xfrm>
            <a:prstGeom prst="rect">
              <a:avLst/>
            </a:prstGeom>
            <a:noFill/>
            <a:ln>
              <a:noFill/>
            </a:ln>
          </p:spPr>
        </p:pic>
        <p:pic>
          <p:nvPicPr>
            <p:cNvPr id="422" name="Google Shape;422;p49"/>
            <p:cNvPicPr preferRelativeResize="0"/>
            <p:nvPr/>
          </p:nvPicPr>
          <p:blipFill>
            <a:blip r:embed="rId4" cstate="print">
              <a:alphaModFix amt="29000"/>
            </a:blip>
            <a:stretch>
              <a:fillRect/>
            </a:stretch>
          </p:blipFill>
          <p:spPr>
            <a:xfrm>
              <a:off x="7260176" y="-1968099"/>
              <a:ext cx="3723124" cy="7885148"/>
            </a:xfrm>
            <a:prstGeom prst="rect">
              <a:avLst/>
            </a:prstGeom>
            <a:noFill/>
            <a:ln>
              <a:noFill/>
            </a:ln>
          </p:spPr>
        </p:pic>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423"/>
        <p:cNvGrpSpPr/>
        <p:nvPr/>
      </p:nvGrpSpPr>
      <p:grpSpPr>
        <a:xfrm>
          <a:off x="0" y="0"/>
          <a:ext cx="0" cy="0"/>
          <a:chOff x="0" y="0"/>
          <a:chExt cx="0" cy="0"/>
        </a:xfrm>
      </p:grpSpPr>
      <p:pic>
        <p:nvPicPr>
          <p:cNvPr id="424" name="Google Shape;424;p5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25" name="Google Shape;425;p50"/>
          <p:cNvSpPr txBox="1">
            <a:spLocks noGrp="1"/>
          </p:cNvSpPr>
          <p:nvPr>
            <p:ph type="title" hasCustomPrompt="1"/>
          </p:nvPr>
        </p:nvSpPr>
        <p:spPr>
          <a:xfrm>
            <a:off x="1991075" y="28280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solidFill>
                  <a:schemeClr val="accent1"/>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6" name="Google Shape;426;p50"/>
          <p:cNvSpPr txBox="1">
            <a:spLocks noGrp="1"/>
          </p:cNvSpPr>
          <p:nvPr>
            <p:ph type="subTitle" idx="1"/>
          </p:nvPr>
        </p:nvSpPr>
        <p:spPr>
          <a:xfrm>
            <a:off x="1991091" y="19373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27" name="Google Shape;427;p50"/>
          <p:cNvSpPr txBox="1">
            <a:spLocks noGrp="1"/>
          </p:cNvSpPr>
          <p:nvPr>
            <p:ph type="title" idx="2" hasCustomPrompt="1"/>
          </p:nvPr>
        </p:nvSpPr>
        <p:spPr>
          <a:xfrm>
            <a:off x="1991100" y="1019650"/>
            <a:ext cx="5204100" cy="82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72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428" name="Google Shape;428;p50"/>
          <p:cNvSpPr txBox="1">
            <a:spLocks noGrp="1"/>
          </p:cNvSpPr>
          <p:nvPr>
            <p:ph type="subTitle" idx="3"/>
          </p:nvPr>
        </p:nvSpPr>
        <p:spPr>
          <a:xfrm>
            <a:off x="1991130" y="3745850"/>
            <a:ext cx="5204100" cy="37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pic>
        <p:nvPicPr>
          <p:cNvPr id="429" name="Google Shape;429;p50"/>
          <p:cNvPicPr preferRelativeResize="0"/>
          <p:nvPr/>
        </p:nvPicPr>
        <p:blipFill>
          <a:blip r:embed="rId3" cstate="print">
            <a:alphaModFix amt="23000"/>
          </a:blip>
          <a:stretch>
            <a:fillRect/>
          </a:stretch>
        </p:blipFill>
        <p:spPr>
          <a:xfrm rot="-1181955" flipH="1">
            <a:off x="-1253698" y="-1113975"/>
            <a:ext cx="3030302" cy="4698001"/>
          </a:xfrm>
          <a:prstGeom prst="rect">
            <a:avLst/>
          </a:prstGeom>
          <a:noFill/>
          <a:ln>
            <a:noFill/>
          </a:ln>
        </p:spPr>
      </p:pic>
      <p:pic>
        <p:nvPicPr>
          <p:cNvPr id="430" name="Google Shape;430;p50"/>
          <p:cNvPicPr preferRelativeResize="0"/>
          <p:nvPr/>
        </p:nvPicPr>
        <p:blipFill>
          <a:blip r:embed="rId3" cstate="print">
            <a:alphaModFix amt="23000"/>
          </a:blip>
          <a:stretch>
            <a:fillRect/>
          </a:stretch>
        </p:blipFill>
        <p:spPr>
          <a:xfrm rot="2567899" flipH="1">
            <a:off x="7747451" y="1912351"/>
            <a:ext cx="3030303" cy="4698002"/>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431"/>
        <p:cNvGrpSpPr/>
        <p:nvPr/>
      </p:nvGrpSpPr>
      <p:grpSpPr>
        <a:xfrm>
          <a:off x="0" y="0"/>
          <a:ext cx="0" cy="0"/>
          <a:chOff x="0" y="0"/>
          <a:chExt cx="0" cy="0"/>
        </a:xfrm>
      </p:grpSpPr>
      <p:pic>
        <p:nvPicPr>
          <p:cNvPr id="432" name="Google Shape;432;p5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
        <p:nvSpPr>
          <p:cNvPr id="433" name="Google Shape;433;p51"/>
          <p:cNvSpPr txBox="1">
            <a:spLocks noGrp="1"/>
          </p:cNvSpPr>
          <p:nvPr>
            <p:ph type="title" hasCustomPrompt="1"/>
          </p:nvPr>
        </p:nvSpPr>
        <p:spPr>
          <a:xfrm>
            <a:off x="3331628" y="1815466"/>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4" name="Google Shape;434;p51"/>
          <p:cNvSpPr txBox="1">
            <a:spLocks noGrp="1"/>
          </p:cNvSpPr>
          <p:nvPr>
            <p:ph type="subTitle" idx="1"/>
          </p:nvPr>
        </p:nvSpPr>
        <p:spPr>
          <a:xfrm>
            <a:off x="6195725"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5" name="Google Shape;435;p51"/>
          <p:cNvSpPr txBox="1">
            <a:spLocks noGrp="1"/>
          </p:cNvSpPr>
          <p:nvPr>
            <p:ph type="title" idx="2" hasCustomPrompt="1"/>
          </p:nvPr>
        </p:nvSpPr>
        <p:spPr>
          <a:xfrm>
            <a:off x="5948173" y="1815454"/>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6" name="Google Shape;436;p51"/>
          <p:cNvSpPr txBox="1">
            <a:spLocks noGrp="1"/>
          </p:cNvSpPr>
          <p:nvPr>
            <p:ph type="subTitle" idx="3"/>
          </p:nvPr>
        </p:nvSpPr>
        <p:spPr>
          <a:xfrm>
            <a:off x="96261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37" name="Google Shape;437;p51"/>
          <p:cNvSpPr txBox="1">
            <a:spLocks noGrp="1"/>
          </p:cNvSpPr>
          <p:nvPr>
            <p:ph type="title" idx="4" hasCustomPrompt="1"/>
          </p:nvPr>
        </p:nvSpPr>
        <p:spPr>
          <a:xfrm>
            <a:off x="715112" y="1844691"/>
            <a:ext cx="24807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38" name="Google Shape;438;p51"/>
          <p:cNvSpPr txBox="1">
            <a:spLocks noGrp="1"/>
          </p:cNvSpPr>
          <p:nvPr>
            <p:ph type="subTitle" idx="5"/>
          </p:nvPr>
        </p:nvSpPr>
        <p:spPr>
          <a:xfrm>
            <a:off x="3579162" y="3030175"/>
            <a:ext cx="19857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39;p51"/>
          <p:cNvGrpSpPr/>
          <p:nvPr/>
        </p:nvGrpSpPr>
        <p:grpSpPr>
          <a:xfrm>
            <a:off x="-1923024" y="-1968099"/>
            <a:ext cx="13199162" cy="7885148"/>
            <a:chOff x="-1923024" y="-1968099"/>
            <a:chExt cx="13199162" cy="7885148"/>
          </a:xfrm>
        </p:grpSpPr>
        <p:pic>
          <p:nvPicPr>
            <p:cNvPr id="440" name="Google Shape;440;p51"/>
            <p:cNvPicPr preferRelativeResize="0"/>
            <p:nvPr/>
          </p:nvPicPr>
          <p:blipFill>
            <a:blip r:embed="rId3" cstate="print">
              <a:alphaModFix amt="23000"/>
            </a:blip>
            <a:stretch>
              <a:fillRect/>
            </a:stretch>
          </p:blipFill>
          <p:spPr>
            <a:xfrm rot="-9618045">
              <a:off x="7542702" y="364923"/>
              <a:ext cx="3030302" cy="4698001"/>
            </a:xfrm>
            <a:prstGeom prst="rect">
              <a:avLst/>
            </a:prstGeom>
            <a:noFill/>
            <a:ln>
              <a:noFill/>
            </a:ln>
          </p:spPr>
        </p:pic>
        <p:pic>
          <p:nvPicPr>
            <p:cNvPr id="441" name="Google Shape;441;p51"/>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42" name="Google Shape;442;p51"/>
          <p:cNvSpPr txBox="1">
            <a:spLocks noGrp="1"/>
          </p:cNvSpPr>
          <p:nvPr>
            <p:ph type="subTitle" idx="6"/>
          </p:nvPr>
        </p:nvSpPr>
        <p:spPr>
          <a:xfrm>
            <a:off x="6195725" y="3761146"/>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3" name="Google Shape;443;p51"/>
          <p:cNvSpPr txBox="1">
            <a:spLocks noGrp="1"/>
          </p:cNvSpPr>
          <p:nvPr>
            <p:ph type="subTitle" idx="7"/>
          </p:nvPr>
        </p:nvSpPr>
        <p:spPr>
          <a:xfrm>
            <a:off x="962612" y="3761145"/>
            <a:ext cx="1985700" cy="70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4" name="Google Shape;444;p51"/>
          <p:cNvSpPr txBox="1">
            <a:spLocks noGrp="1"/>
          </p:cNvSpPr>
          <p:nvPr>
            <p:ph type="subTitle" idx="8"/>
          </p:nvPr>
        </p:nvSpPr>
        <p:spPr>
          <a:xfrm>
            <a:off x="3579162" y="3761147"/>
            <a:ext cx="1985700" cy="70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5" name="Google Shape;445;p51"/>
          <p:cNvSpPr txBox="1">
            <a:spLocks noGrp="1"/>
          </p:cNvSpPr>
          <p:nvPr>
            <p:ph type="title" idx="9"/>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446"/>
        <p:cNvGrpSpPr/>
        <p:nvPr/>
      </p:nvGrpSpPr>
      <p:grpSpPr>
        <a:xfrm>
          <a:off x="0" y="0"/>
          <a:ext cx="0" cy="0"/>
          <a:chOff x="0" y="0"/>
          <a:chExt cx="0" cy="0"/>
        </a:xfrm>
      </p:grpSpPr>
      <p:pic>
        <p:nvPicPr>
          <p:cNvPr id="447" name="Google Shape;447;p52"/>
          <p:cNvPicPr preferRelativeResize="0"/>
          <p:nvPr/>
        </p:nvPicPr>
        <p:blipFill>
          <a:blip r:embed="rId2" cstate="print">
            <a:alphaModFix amt="57000"/>
          </a:blip>
          <a:stretch>
            <a:fillRect/>
          </a:stretch>
        </p:blipFill>
        <p:spPr>
          <a:xfrm rot="10800000">
            <a:off x="-11" y="0"/>
            <a:ext cx="9144000" cy="5143500"/>
          </a:xfrm>
          <a:prstGeom prst="rect">
            <a:avLst/>
          </a:prstGeom>
          <a:noFill/>
          <a:ln>
            <a:noFill/>
          </a:ln>
        </p:spPr>
      </p:pic>
      <p:sp>
        <p:nvSpPr>
          <p:cNvPr id="448" name="Google Shape;448;p52"/>
          <p:cNvSpPr txBox="1">
            <a:spLocks noGrp="1"/>
          </p:cNvSpPr>
          <p:nvPr>
            <p:ph type="title" hasCustomPrompt="1"/>
          </p:nvPr>
        </p:nvSpPr>
        <p:spPr>
          <a:xfrm>
            <a:off x="715101" y="21450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49" name="Google Shape;449;p52"/>
          <p:cNvSpPr txBox="1">
            <a:spLocks noGrp="1"/>
          </p:cNvSpPr>
          <p:nvPr>
            <p:ph type="subTitle" idx="1"/>
          </p:nvPr>
        </p:nvSpPr>
        <p:spPr>
          <a:xfrm>
            <a:off x="4889626" y="1344850"/>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0" name="Google Shape;450;p52"/>
          <p:cNvSpPr txBox="1">
            <a:spLocks noGrp="1"/>
          </p:cNvSpPr>
          <p:nvPr>
            <p:ph type="title" idx="2" hasCustomPrompt="1"/>
          </p:nvPr>
        </p:nvSpPr>
        <p:spPr>
          <a:xfrm>
            <a:off x="715106" y="1344838"/>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1" name="Google Shape;451;p52"/>
          <p:cNvSpPr txBox="1">
            <a:spLocks noGrp="1"/>
          </p:cNvSpPr>
          <p:nvPr>
            <p:ph type="subTitle" idx="3"/>
          </p:nvPr>
        </p:nvSpPr>
        <p:spPr>
          <a:xfrm>
            <a:off x="4889626" y="2145009"/>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52;p52"/>
          <p:cNvGrpSpPr/>
          <p:nvPr/>
        </p:nvGrpSpPr>
        <p:grpSpPr>
          <a:xfrm rot="10800000">
            <a:off x="-2743074" y="-793849"/>
            <a:ext cx="13820262" cy="7885148"/>
            <a:chOff x="-1923024" y="-1968099"/>
            <a:chExt cx="13820262" cy="7885148"/>
          </a:xfrm>
        </p:grpSpPr>
        <p:pic>
          <p:nvPicPr>
            <p:cNvPr id="453" name="Google Shape;453;p52"/>
            <p:cNvPicPr preferRelativeResize="0"/>
            <p:nvPr/>
          </p:nvPicPr>
          <p:blipFill>
            <a:blip r:embed="rId3" cstate="print">
              <a:alphaModFix amt="23000"/>
            </a:blip>
            <a:stretch>
              <a:fillRect/>
            </a:stretch>
          </p:blipFill>
          <p:spPr>
            <a:xfrm rot="-9618045">
              <a:off x="8163802" y="515323"/>
              <a:ext cx="3030302" cy="4698001"/>
            </a:xfrm>
            <a:prstGeom prst="rect">
              <a:avLst/>
            </a:prstGeom>
            <a:noFill/>
            <a:ln>
              <a:noFill/>
            </a:ln>
          </p:spPr>
        </p:pic>
        <p:pic>
          <p:nvPicPr>
            <p:cNvPr id="454" name="Google Shape;454;p52"/>
            <p:cNvPicPr preferRelativeResize="0"/>
            <p:nvPr/>
          </p:nvPicPr>
          <p:blipFill>
            <a:blip r:embed="rId4" cstate="print">
              <a:alphaModFix amt="29000"/>
            </a:blip>
            <a:stretch>
              <a:fillRect/>
            </a:stretch>
          </p:blipFill>
          <p:spPr>
            <a:xfrm>
              <a:off x="-1923024" y="-1968099"/>
              <a:ext cx="3723124" cy="7885148"/>
            </a:xfrm>
            <a:prstGeom prst="rect">
              <a:avLst/>
            </a:prstGeom>
            <a:noFill/>
            <a:ln>
              <a:noFill/>
            </a:ln>
          </p:spPr>
        </p:pic>
      </p:grpSp>
      <p:sp>
        <p:nvSpPr>
          <p:cNvPr id="455" name="Google Shape;455;p52"/>
          <p:cNvSpPr txBox="1">
            <a:spLocks noGrp="1"/>
          </p:cNvSpPr>
          <p:nvPr>
            <p:ph type="subTitle" idx="4"/>
          </p:nvPr>
        </p:nvSpPr>
        <p:spPr>
          <a:xfrm>
            <a:off x="6515000" y="1344838"/>
            <a:ext cx="19089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6" name="Google Shape;456;p52"/>
          <p:cNvSpPr txBox="1">
            <a:spLocks noGrp="1"/>
          </p:cNvSpPr>
          <p:nvPr>
            <p:ph type="subTitle" idx="5"/>
          </p:nvPr>
        </p:nvSpPr>
        <p:spPr>
          <a:xfrm>
            <a:off x="6515000" y="21450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7" name="Google Shape;457;p52"/>
          <p:cNvSpPr txBox="1">
            <a:spLocks noGrp="1"/>
          </p:cNvSpPr>
          <p:nvPr>
            <p:ph type="title" idx="6"/>
          </p:nvPr>
        </p:nvSpPr>
        <p:spPr>
          <a:xfrm>
            <a:off x="715100" y="535000"/>
            <a:ext cx="77088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458" name="Google Shape;458;p52"/>
          <p:cNvSpPr txBox="1">
            <a:spLocks noGrp="1"/>
          </p:cNvSpPr>
          <p:nvPr>
            <p:ph type="title" idx="7" hasCustomPrompt="1"/>
          </p:nvPr>
        </p:nvSpPr>
        <p:spPr>
          <a:xfrm>
            <a:off x="715101" y="294515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59" name="Google Shape;459;p52"/>
          <p:cNvSpPr txBox="1">
            <a:spLocks noGrp="1"/>
          </p:cNvSpPr>
          <p:nvPr>
            <p:ph type="subTitle" idx="8"/>
          </p:nvPr>
        </p:nvSpPr>
        <p:spPr>
          <a:xfrm>
            <a:off x="4889626" y="2945155"/>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0" name="Google Shape;460;p52"/>
          <p:cNvSpPr txBox="1">
            <a:spLocks noGrp="1"/>
          </p:cNvSpPr>
          <p:nvPr>
            <p:ph type="subTitle" idx="9"/>
          </p:nvPr>
        </p:nvSpPr>
        <p:spPr>
          <a:xfrm>
            <a:off x="6515000" y="294515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1" name="Google Shape;461;p52"/>
          <p:cNvSpPr txBox="1">
            <a:spLocks noGrp="1"/>
          </p:cNvSpPr>
          <p:nvPr>
            <p:ph type="title" idx="13" hasCustomPrompt="1"/>
          </p:nvPr>
        </p:nvSpPr>
        <p:spPr>
          <a:xfrm>
            <a:off x="715101" y="3745300"/>
            <a:ext cx="1293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462" name="Google Shape;462;p52"/>
          <p:cNvSpPr txBox="1">
            <a:spLocks noGrp="1"/>
          </p:cNvSpPr>
          <p:nvPr>
            <p:ph type="subTitle" idx="14"/>
          </p:nvPr>
        </p:nvSpPr>
        <p:spPr>
          <a:xfrm>
            <a:off x="4889626" y="3745301"/>
            <a:ext cx="1625400" cy="61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00">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3" name="Google Shape;463;p52"/>
          <p:cNvSpPr txBox="1">
            <a:spLocks noGrp="1"/>
          </p:cNvSpPr>
          <p:nvPr>
            <p:ph type="subTitle" idx="15"/>
          </p:nvPr>
        </p:nvSpPr>
        <p:spPr>
          <a:xfrm>
            <a:off x="6515000" y="3745300"/>
            <a:ext cx="19089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four columns 3">
  <p:cSld name="Title and four columns 3">
    <p:spTree>
      <p:nvGrpSpPr>
        <p:cNvPr id="1" name="Shape 464"/>
        <p:cNvGrpSpPr/>
        <p:nvPr/>
      </p:nvGrpSpPr>
      <p:grpSpPr>
        <a:xfrm>
          <a:off x="0" y="0"/>
          <a:ext cx="0" cy="0"/>
          <a:chOff x="0" y="0"/>
          <a:chExt cx="0" cy="0"/>
        </a:xfrm>
      </p:grpSpPr>
      <p:sp>
        <p:nvSpPr>
          <p:cNvPr id="465" name="Google Shape;465;p53"/>
          <p:cNvSpPr txBox="1">
            <a:spLocks noGrp="1"/>
          </p:cNvSpPr>
          <p:nvPr>
            <p:ph type="title"/>
          </p:nvPr>
        </p:nvSpPr>
        <p:spPr>
          <a:xfrm>
            <a:off x="715050" y="535000"/>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500"/>
              <a:buFont typeface="Josefin Sans"/>
              <a:buNone/>
              <a:defRPr>
                <a:latin typeface="Josefin Sans"/>
                <a:ea typeface="Josefin Sans"/>
                <a:cs typeface="Josefin Sans"/>
                <a:sym typeface="Josefin Sans"/>
              </a:defRPr>
            </a:lvl2pPr>
            <a:lvl3pPr lvl="2">
              <a:spcBef>
                <a:spcPts val="0"/>
              </a:spcBef>
              <a:spcAft>
                <a:spcPts val="0"/>
              </a:spcAft>
              <a:buSzPts val="3500"/>
              <a:buFont typeface="Josefin Sans"/>
              <a:buNone/>
              <a:defRPr>
                <a:latin typeface="Josefin Sans"/>
                <a:ea typeface="Josefin Sans"/>
                <a:cs typeface="Josefin Sans"/>
                <a:sym typeface="Josefin Sans"/>
              </a:defRPr>
            </a:lvl3pPr>
            <a:lvl4pPr lvl="3">
              <a:spcBef>
                <a:spcPts val="0"/>
              </a:spcBef>
              <a:spcAft>
                <a:spcPts val="0"/>
              </a:spcAft>
              <a:buSzPts val="3500"/>
              <a:buFont typeface="Josefin Sans"/>
              <a:buNone/>
              <a:defRPr>
                <a:latin typeface="Josefin Sans"/>
                <a:ea typeface="Josefin Sans"/>
                <a:cs typeface="Josefin Sans"/>
                <a:sym typeface="Josefin Sans"/>
              </a:defRPr>
            </a:lvl4pPr>
            <a:lvl5pPr lvl="4">
              <a:spcBef>
                <a:spcPts val="0"/>
              </a:spcBef>
              <a:spcAft>
                <a:spcPts val="0"/>
              </a:spcAft>
              <a:buSzPts val="3500"/>
              <a:buFont typeface="Josefin Sans"/>
              <a:buNone/>
              <a:defRPr>
                <a:latin typeface="Josefin Sans"/>
                <a:ea typeface="Josefin Sans"/>
                <a:cs typeface="Josefin Sans"/>
                <a:sym typeface="Josefin Sans"/>
              </a:defRPr>
            </a:lvl5pPr>
            <a:lvl6pPr lvl="5">
              <a:spcBef>
                <a:spcPts val="0"/>
              </a:spcBef>
              <a:spcAft>
                <a:spcPts val="0"/>
              </a:spcAft>
              <a:buSzPts val="3500"/>
              <a:buFont typeface="Josefin Sans"/>
              <a:buNone/>
              <a:defRPr>
                <a:latin typeface="Josefin Sans"/>
                <a:ea typeface="Josefin Sans"/>
                <a:cs typeface="Josefin Sans"/>
                <a:sym typeface="Josefin Sans"/>
              </a:defRPr>
            </a:lvl6pPr>
            <a:lvl7pPr lvl="6">
              <a:spcBef>
                <a:spcPts val="0"/>
              </a:spcBef>
              <a:spcAft>
                <a:spcPts val="0"/>
              </a:spcAft>
              <a:buSzPts val="3500"/>
              <a:buFont typeface="Josefin Sans"/>
              <a:buNone/>
              <a:defRPr>
                <a:latin typeface="Josefin Sans"/>
                <a:ea typeface="Josefin Sans"/>
                <a:cs typeface="Josefin Sans"/>
                <a:sym typeface="Josefin Sans"/>
              </a:defRPr>
            </a:lvl7pPr>
            <a:lvl8pPr lvl="7">
              <a:spcBef>
                <a:spcPts val="0"/>
              </a:spcBef>
              <a:spcAft>
                <a:spcPts val="0"/>
              </a:spcAft>
              <a:buSzPts val="3500"/>
              <a:buFont typeface="Josefin Sans"/>
              <a:buNone/>
              <a:defRPr>
                <a:latin typeface="Josefin Sans"/>
                <a:ea typeface="Josefin Sans"/>
                <a:cs typeface="Josefin Sans"/>
                <a:sym typeface="Josefin Sans"/>
              </a:defRPr>
            </a:lvl8pPr>
            <a:lvl9pPr lvl="8">
              <a:spcBef>
                <a:spcPts val="0"/>
              </a:spcBef>
              <a:spcAft>
                <a:spcPts val="0"/>
              </a:spcAft>
              <a:buSzPts val="3500"/>
              <a:buFont typeface="Josefin Sans"/>
              <a:buNone/>
              <a:defRPr>
                <a:latin typeface="Josefin Sans"/>
                <a:ea typeface="Josefin Sans"/>
                <a:cs typeface="Josefin Sans"/>
                <a:sym typeface="Josefin Sans"/>
              </a:defRPr>
            </a:lvl9pPr>
          </a:lstStyle>
          <a:p>
            <a:r>
              <a:rPr lang="en-US"/>
              <a:t>Click to edit Master title style</a:t>
            </a:r>
            <a:endParaRPr/>
          </a:p>
        </p:txBody>
      </p:sp>
      <p:sp>
        <p:nvSpPr>
          <p:cNvPr id="466" name="Google Shape;466;p53"/>
          <p:cNvSpPr txBox="1">
            <a:spLocks noGrp="1"/>
          </p:cNvSpPr>
          <p:nvPr>
            <p:ph type="title" idx="2"/>
          </p:nvPr>
        </p:nvSpPr>
        <p:spPr>
          <a:xfrm>
            <a:off x="883625" y="148907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7" name="Google Shape;467;p53"/>
          <p:cNvSpPr txBox="1">
            <a:spLocks noGrp="1"/>
          </p:cNvSpPr>
          <p:nvPr>
            <p:ph type="subTitle" idx="1"/>
          </p:nvPr>
        </p:nvSpPr>
        <p:spPr>
          <a:xfrm>
            <a:off x="3080450" y="1489075"/>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8" name="Google Shape;468;p53"/>
          <p:cNvSpPr txBox="1">
            <a:spLocks noGrp="1"/>
          </p:cNvSpPr>
          <p:nvPr>
            <p:ph type="title" idx="3"/>
          </p:nvPr>
        </p:nvSpPr>
        <p:spPr>
          <a:xfrm>
            <a:off x="883625" y="230790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69" name="Google Shape;469;p53"/>
          <p:cNvSpPr txBox="1">
            <a:spLocks noGrp="1"/>
          </p:cNvSpPr>
          <p:nvPr>
            <p:ph type="subTitle" idx="4"/>
          </p:nvPr>
        </p:nvSpPr>
        <p:spPr>
          <a:xfrm>
            <a:off x="3080450" y="230790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0" name="Google Shape;470;p53"/>
          <p:cNvSpPr txBox="1">
            <a:spLocks noGrp="1"/>
          </p:cNvSpPr>
          <p:nvPr>
            <p:ph type="title" idx="5"/>
          </p:nvPr>
        </p:nvSpPr>
        <p:spPr>
          <a:xfrm>
            <a:off x="883625" y="3126725"/>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1" name="Google Shape;471;p53"/>
          <p:cNvSpPr txBox="1">
            <a:spLocks noGrp="1"/>
          </p:cNvSpPr>
          <p:nvPr>
            <p:ph type="subTitle" idx="6"/>
          </p:nvPr>
        </p:nvSpPr>
        <p:spPr>
          <a:xfrm>
            <a:off x="3080450" y="3126725"/>
            <a:ext cx="3782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2" name="Google Shape;472;p53"/>
          <p:cNvSpPr txBox="1">
            <a:spLocks noGrp="1"/>
          </p:cNvSpPr>
          <p:nvPr>
            <p:ph type="title" idx="7"/>
          </p:nvPr>
        </p:nvSpPr>
        <p:spPr>
          <a:xfrm>
            <a:off x="883625" y="3945550"/>
            <a:ext cx="17064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None/>
              <a:defRPr sz="2100"/>
            </a:lvl1pPr>
            <a:lvl2pPr lvl="1" algn="ctr" rtl="0">
              <a:spcBef>
                <a:spcPts val="0"/>
              </a:spcBef>
              <a:spcAft>
                <a:spcPts val="0"/>
              </a:spcAft>
              <a:buSzPts val="2100"/>
              <a:buNone/>
              <a:defRPr sz="2100"/>
            </a:lvl2pPr>
            <a:lvl3pPr lvl="2" algn="ctr" rtl="0">
              <a:spcBef>
                <a:spcPts val="0"/>
              </a:spcBef>
              <a:spcAft>
                <a:spcPts val="0"/>
              </a:spcAft>
              <a:buSzPts val="2100"/>
              <a:buNone/>
              <a:defRPr sz="2100"/>
            </a:lvl3pPr>
            <a:lvl4pPr lvl="3" algn="ctr" rtl="0">
              <a:spcBef>
                <a:spcPts val="0"/>
              </a:spcBef>
              <a:spcAft>
                <a:spcPts val="0"/>
              </a:spcAft>
              <a:buSzPts val="2100"/>
              <a:buNone/>
              <a:defRPr sz="2100"/>
            </a:lvl4pPr>
            <a:lvl5pPr lvl="4" algn="ctr" rtl="0">
              <a:spcBef>
                <a:spcPts val="0"/>
              </a:spcBef>
              <a:spcAft>
                <a:spcPts val="0"/>
              </a:spcAft>
              <a:buSzPts val="2100"/>
              <a:buNone/>
              <a:defRPr sz="2100"/>
            </a:lvl5pPr>
            <a:lvl6pPr lvl="5" algn="ctr" rtl="0">
              <a:spcBef>
                <a:spcPts val="0"/>
              </a:spcBef>
              <a:spcAft>
                <a:spcPts val="0"/>
              </a:spcAft>
              <a:buSzPts val="2100"/>
              <a:buNone/>
              <a:defRPr sz="2100"/>
            </a:lvl6pPr>
            <a:lvl7pPr lvl="6" algn="ctr" rtl="0">
              <a:spcBef>
                <a:spcPts val="0"/>
              </a:spcBef>
              <a:spcAft>
                <a:spcPts val="0"/>
              </a:spcAft>
              <a:buSzPts val="2100"/>
              <a:buNone/>
              <a:defRPr sz="2100"/>
            </a:lvl7pPr>
            <a:lvl8pPr lvl="7" algn="ctr" rtl="0">
              <a:spcBef>
                <a:spcPts val="0"/>
              </a:spcBef>
              <a:spcAft>
                <a:spcPts val="0"/>
              </a:spcAft>
              <a:buSzPts val="2100"/>
              <a:buNone/>
              <a:defRPr sz="2100"/>
            </a:lvl8pPr>
            <a:lvl9pPr lvl="8" algn="ctr" rtl="0">
              <a:spcBef>
                <a:spcPts val="0"/>
              </a:spcBef>
              <a:spcAft>
                <a:spcPts val="0"/>
              </a:spcAft>
              <a:buSzPts val="2100"/>
              <a:buNone/>
              <a:defRPr sz="2100"/>
            </a:lvl9pPr>
          </a:lstStyle>
          <a:p>
            <a:r>
              <a:rPr lang="en-US"/>
              <a:t>Click to edit Master title style</a:t>
            </a:r>
            <a:endParaRPr/>
          </a:p>
        </p:txBody>
      </p:sp>
      <p:sp>
        <p:nvSpPr>
          <p:cNvPr id="473" name="Google Shape;473;p53"/>
          <p:cNvSpPr txBox="1">
            <a:spLocks noGrp="1"/>
          </p:cNvSpPr>
          <p:nvPr>
            <p:ph type="subTitle" idx="8"/>
          </p:nvPr>
        </p:nvSpPr>
        <p:spPr>
          <a:xfrm>
            <a:off x="3080450" y="3945550"/>
            <a:ext cx="3782700" cy="52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474"/>
        <p:cNvGrpSpPr/>
        <p:nvPr/>
      </p:nvGrpSpPr>
      <p:grpSpPr>
        <a:xfrm>
          <a:off x="0" y="0"/>
          <a:ext cx="0" cy="0"/>
          <a:chOff x="0" y="0"/>
          <a:chExt cx="0" cy="0"/>
        </a:xfrm>
      </p:grpSpPr>
      <p:pic>
        <p:nvPicPr>
          <p:cNvPr id="475" name="Google Shape;475;p54"/>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pic>
        <p:nvPicPr>
          <p:cNvPr id="476" name="Google Shape;476;p54"/>
          <p:cNvPicPr preferRelativeResize="0"/>
          <p:nvPr/>
        </p:nvPicPr>
        <p:blipFill>
          <a:blip r:embed="rId3" cstate="print">
            <a:alphaModFix amt="16000"/>
          </a:blip>
          <a:stretch>
            <a:fillRect/>
          </a:stretch>
        </p:blipFill>
        <p:spPr>
          <a:xfrm rot="10800000">
            <a:off x="0" y="2027050"/>
            <a:ext cx="9144003" cy="3116462"/>
          </a:xfrm>
          <a:prstGeom prst="rect">
            <a:avLst/>
          </a:prstGeom>
          <a:noFill/>
          <a:ln>
            <a:noFill/>
          </a:ln>
        </p:spPr>
      </p:pic>
      <p:sp>
        <p:nvSpPr>
          <p:cNvPr id="477" name="Google Shape;477;p54"/>
          <p:cNvSpPr txBox="1">
            <a:spLocks noGrp="1"/>
          </p:cNvSpPr>
          <p:nvPr>
            <p:ph type="title"/>
          </p:nvPr>
        </p:nvSpPr>
        <p:spPr>
          <a:xfrm flipH="1">
            <a:off x="2476075" y="1588775"/>
            <a:ext cx="42912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
        <p:nvSpPr>
          <p:cNvPr id="478" name="Google Shape;478;p54"/>
          <p:cNvSpPr txBox="1">
            <a:spLocks noGrp="1"/>
          </p:cNvSpPr>
          <p:nvPr>
            <p:ph type="subTitle" idx="1"/>
          </p:nvPr>
        </p:nvSpPr>
        <p:spPr>
          <a:xfrm flipH="1">
            <a:off x="2476075" y="2968230"/>
            <a:ext cx="42912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9">
  <p:cSld name="Title and text 9">
    <p:spTree>
      <p:nvGrpSpPr>
        <p:cNvPr id="1" name="Shape 479"/>
        <p:cNvGrpSpPr/>
        <p:nvPr/>
      </p:nvGrpSpPr>
      <p:grpSpPr>
        <a:xfrm>
          <a:off x="0" y="0"/>
          <a:ext cx="0" cy="0"/>
          <a:chOff x="0" y="0"/>
          <a:chExt cx="0" cy="0"/>
        </a:xfrm>
      </p:grpSpPr>
      <p:pic>
        <p:nvPicPr>
          <p:cNvPr id="480" name="Google Shape;480;p55"/>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1" name="Google Shape;481;p55"/>
          <p:cNvSpPr txBox="1">
            <a:spLocks noGrp="1"/>
          </p:cNvSpPr>
          <p:nvPr>
            <p:ph type="title"/>
          </p:nvPr>
        </p:nvSpPr>
        <p:spPr>
          <a:xfrm flipH="1">
            <a:off x="4320775" y="1588775"/>
            <a:ext cx="4110000" cy="114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2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rPr lang="en-US"/>
              <a:t>Click to edit Master title style</a:t>
            </a:r>
            <a:endParaRPr/>
          </a:p>
        </p:txBody>
      </p:sp>
      <p:sp>
        <p:nvSpPr>
          <p:cNvPr id="482" name="Google Shape;482;p55"/>
          <p:cNvSpPr txBox="1">
            <a:spLocks noGrp="1"/>
          </p:cNvSpPr>
          <p:nvPr>
            <p:ph type="subTitle" idx="1"/>
          </p:nvPr>
        </p:nvSpPr>
        <p:spPr>
          <a:xfrm flipH="1">
            <a:off x="4320775" y="2968225"/>
            <a:ext cx="4110000" cy="58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83;p55"/>
          <p:cNvGrpSpPr/>
          <p:nvPr/>
        </p:nvGrpSpPr>
        <p:grpSpPr>
          <a:xfrm rot="10800000" flipH="1">
            <a:off x="-616659" y="-488554"/>
            <a:ext cx="10865580" cy="6700154"/>
            <a:chOff x="-713684" y="-2669900"/>
            <a:chExt cx="10865580" cy="6700154"/>
          </a:xfrm>
        </p:grpSpPr>
        <p:pic>
          <p:nvPicPr>
            <p:cNvPr id="484" name="Google Shape;484;p55"/>
            <p:cNvPicPr preferRelativeResize="0"/>
            <p:nvPr/>
          </p:nvPicPr>
          <p:blipFill>
            <a:blip r:embed="rId3" cstate="print">
              <a:alphaModFix amt="29000"/>
            </a:blip>
            <a:stretch>
              <a:fillRect/>
            </a:stretch>
          </p:blipFill>
          <p:spPr>
            <a:xfrm>
              <a:off x="7270673" y="-2669900"/>
              <a:ext cx="2881223" cy="2929874"/>
            </a:xfrm>
            <a:prstGeom prst="rect">
              <a:avLst/>
            </a:prstGeom>
            <a:noFill/>
            <a:ln>
              <a:noFill/>
            </a:ln>
          </p:spPr>
        </p:pic>
        <p:pic>
          <p:nvPicPr>
            <p:cNvPr id="485" name="Google Shape;485;p55"/>
            <p:cNvPicPr preferRelativeResize="0"/>
            <p:nvPr/>
          </p:nvPicPr>
          <p:blipFill>
            <a:blip r:embed="rId4" cstate="print">
              <a:alphaModFix amt="43000"/>
            </a:blip>
            <a:stretch>
              <a:fillRect/>
            </a:stretch>
          </p:blipFill>
          <p:spPr>
            <a:xfrm rot="4408896">
              <a:off x="22199" y="1619500"/>
              <a:ext cx="1486300" cy="2644623"/>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486"/>
        <p:cNvGrpSpPr/>
        <p:nvPr/>
      </p:nvGrpSpPr>
      <p:grpSpPr>
        <a:xfrm>
          <a:off x="0" y="0"/>
          <a:ext cx="0" cy="0"/>
          <a:chOff x="0" y="0"/>
          <a:chExt cx="0" cy="0"/>
        </a:xfrm>
      </p:grpSpPr>
      <p:pic>
        <p:nvPicPr>
          <p:cNvPr id="487" name="Google Shape;487;p56"/>
          <p:cNvPicPr preferRelativeResize="0"/>
          <p:nvPr/>
        </p:nvPicPr>
        <p:blipFill>
          <a:blip r:embed="rId2" cstate="print">
            <a:alphaModFix amt="57000"/>
          </a:blip>
          <a:stretch>
            <a:fillRect/>
          </a:stretch>
        </p:blipFill>
        <p:spPr>
          <a:xfrm rot="10800000">
            <a:off x="2" y="0"/>
            <a:ext cx="9144000" cy="5143500"/>
          </a:xfrm>
          <a:prstGeom prst="rect">
            <a:avLst/>
          </a:prstGeom>
          <a:noFill/>
          <a:ln>
            <a:noFill/>
          </a:ln>
        </p:spPr>
      </p:pic>
      <p:sp>
        <p:nvSpPr>
          <p:cNvPr id="488" name="Google Shape;488;p56"/>
          <p:cNvSpPr txBox="1">
            <a:spLocks noGrp="1"/>
          </p:cNvSpPr>
          <p:nvPr>
            <p:ph type="title"/>
          </p:nvPr>
        </p:nvSpPr>
        <p:spPr>
          <a:xfrm>
            <a:off x="4408076" y="1740900"/>
            <a:ext cx="2861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89" name="Google Shape;489;p56"/>
          <p:cNvSpPr txBox="1">
            <a:spLocks noGrp="1"/>
          </p:cNvSpPr>
          <p:nvPr>
            <p:ph type="subTitle" idx="1"/>
          </p:nvPr>
        </p:nvSpPr>
        <p:spPr>
          <a:xfrm>
            <a:off x="4408076" y="2313597"/>
            <a:ext cx="2861100" cy="108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2" name="Google Shape;490;p56"/>
          <p:cNvGrpSpPr/>
          <p:nvPr/>
        </p:nvGrpSpPr>
        <p:grpSpPr>
          <a:xfrm rot="10800000">
            <a:off x="-891002" y="3689351"/>
            <a:ext cx="10578908" cy="2929874"/>
            <a:chOff x="-891002" y="-1228775"/>
            <a:chExt cx="10578908" cy="2929874"/>
          </a:xfrm>
        </p:grpSpPr>
        <p:pic>
          <p:nvPicPr>
            <p:cNvPr id="491" name="Google Shape;491;p56"/>
            <p:cNvPicPr preferRelativeResize="0"/>
            <p:nvPr/>
          </p:nvPicPr>
          <p:blipFill>
            <a:blip r:embed="rId3" cstate="print">
              <a:alphaModFix amt="29000"/>
            </a:blip>
            <a:stretch>
              <a:fillRect/>
            </a:stretch>
          </p:blipFill>
          <p:spPr>
            <a:xfrm>
              <a:off x="-891002" y="-1228775"/>
              <a:ext cx="2881223" cy="2929874"/>
            </a:xfrm>
            <a:prstGeom prst="rect">
              <a:avLst/>
            </a:prstGeom>
            <a:noFill/>
            <a:ln>
              <a:noFill/>
            </a:ln>
          </p:spPr>
        </p:pic>
        <p:pic>
          <p:nvPicPr>
            <p:cNvPr id="492" name="Google Shape;492;p56"/>
            <p:cNvPicPr preferRelativeResize="0"/>
            <p:nvPr/>
          </p:nvPicPr>
          <p:blipFill>
            <a:blip r:embed="rId4" cstate="print">
              <a:alphaModFix amt="43000"/>
            </a:blip>
            <a:stretch>
              <a:fillRect/>
            </a:stretch>
          </p:blipFill>
          <p:spPr>
            <a:xfrm rot="4408896">
              <a:off x="7465724" y="-1122075"/>
              <a:ext cx="1486300" cy="2644623"/>
            </a:xfrm>
            <a:prstGeom prst="rect">
              <a:avLst/>
            </a:prstGeom>
            <a:noFill/>
            <a:ln>
              <a:noFill/>
            </a:ln>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493"/>
        <p:cNvGrpSpPr/>
        <p:nvPr/>
      </p:nvGrpSpPr>
      <p:grpSpPr>
        <a:xfrm>
          <a:off x="0" y="0"/>
          <a:ext cx="0" cy="0"/>
          <a:chOff x="0" y="0"/>
          <a:chExt cx="0" cy="0"/>
        </a:xfrm>
      </p:grpSpPr>
      <p:pic>
        <p:nvPicPr>
          <p:cNvPr id="494" name="Google Shape;494;p57"/>
          <p:cNvPicPr preferRelativeResize="0"/>
          <p:nvPr/>
        </p:nvPicPr>
        <p:blipFill>
          <a:blip r:embed="rId2" cstate="print">
            <a:alphaModFix amt="57000"/>
          </a:blip>
          <a:stretch>
            <a:fillRect/>
          </a:stretch>
        </p:blipFill>
        <p:spPr>
          <a:xfrm rot="10800000">
            <a:off x="3" y="6"/>
            <a:ext cx="9144000" cy="5143500"/>
          </a:xfrm>
          <a:prstGeom prst="rect">
            <a:avLst/>
          </a:prstGeom>
          <a:noFill/>
          <a:ln>
            <a:noFill/>
          </a:ln>
        </p:spPr>
      </p:pic>
      <p:pic>
        <p:nvPicPr>
          <p:cNvPr id="495" name="Google Shape;495;p57"/>
          <p:cNvPicPr preferRelativeResize="0"/>
          <p:nvPr/>
        </p:nvPicPr>
        <p:blipFill>
          <a:blip r:embed="rId3" cstate="print">
            <a:alphaModFix amt="16000"/>
          </a:blip>
          <a:stretch>
            <a:fillRect/>
          </a:stretch>
        </p:blipFill>
        <p:spPr>
          <a:xfrm flipH="1">
            <a:off x="0" y="0"/>
            <a:ext cx="9144003" cy="3116462"/>
          </a:xfrm>
          <a:prstGeom prst="rect">
            <a:avLst/>
          </a:prstGeom>
          <a:noFill/>
          <a:ln>
            <a:noFill/>
          </a:ln>
        </p:spPr>
      </p:pic>
      <p:sp>
        <p:nvSpPr>
          <p:cNvPr id="496" name="Google Shape;496;p57"/>
          <p:cNvSpPr txBox="1">
            <a:spLocks noGrp="1"/>
          </p:cNvSpPr>
          <p:nvPr>
            <p:ph type="subTitle" idx="1"/>
          </p:nvPr>
        </p:nvSpPr>
        <p:spPr>
          <a:xfrm>
            <a:off x="2478875" y="3859275"/>
            <a:ext cx="4186200" cy="74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400"/>
              <a:buFont typeface="Anaheim"/>
              <a:buChar char="○"/>
              <a:defRPr>
                <a:solidFill>
                  <a:schemeClr val="dk1"/>
                </a:solidFill>
              </a:defRPr>
            </a:lvl1pPr>
            <a:lvl2pPr lvl="1" algn="ctr" rtl="0">
              <a:lnSpc>
                <a:spcPct val="100000"/>
              </a:lnSpc>
              <a:spcBef>
                <a:spcPts val="1000"/>
              </a:spcBef>
              <a:spcAft>
                <a:spcPts val="0"/>
              </a:spcAft>
              <a:buClr>
                <a:srgbClr val="434343"/>
              </a:buClr>
              <a:buSzPts val="1200"/>
              <a:buFont typeface="Roboto Condensed Light"/>
              <a:buChar char="○"/>
              <a:defRPr/>
            </a:lvl2pPr>
            <a:lvl3pPr lvl="2" algn="ctr" rtl="0">
              <a:lnSpc>
                <a:spcPct val="100000"/>
              </a:lnSpc>
              <a:spcBef>
                <a:spcPts val="0"/>
              </a:spcBef>
              <a:spcAft>
                <a:spcPts val="0"/>
              </a:spcAft>
              <a:buClr>
                <a:srgbClr val="434343"/>
              </a:buClr>
              <a:buSzPts val="1200"/>
              <a:buFont typeface="Roboto Condensed Light"/>
              <a:buChar char="■"/>
              <a:defRPr/>
            </a:lvl3pPr>
            <a:lvl4pPr lvl="3" algn="ctr" rtl="0">
              <a:lnSpc>
                <a:spcPct val="100000"/>
              </a:lnSpc>
              <a:spcBef>
                <a:spcPts val="0"/>
              </a:spcBef>
              <a:spcAft>
                <a:spcPts val="0"/>
              </a:spcAft>
              <a:buClr>
                <a:srgbClr val="434343"/>
              </a:buClr>
              <a:buSzPts val="1200"/>
              <a:buFont typeface="Roboto Condensed Light"/>
              <a:buChar char="●"/>
              <a:defRPr/>
            </a:lvl4pPr>
            <a:lvl5pPr lvl="4" algn="ctr" rtl="0">
              <a:lnSpc>
                <a:spcPct val="100000"/>
              </a:lnSpc>
              <a:spcBef>
                <a:spcPts val="0"/>
              </a:spcBef>
              <a:spcAft>
                <a:spcPts val="0"/>
              </a:spcAft>
              <a:buClr>
                <a:srgbClr val="434343"/>
              </a:buClr>
              <a:buSzPts val="1200"/>
              <a:buFont typeface="Roboto Condensed Light"/>
              <a:buChar char="○"/>
              <a:defRPr/>
            </a:lvl5pPr>
            <a:lvl6pPr lvl="5" algn="ctr" rtl="0">
              <a:lnSpc>
                <a:spcPct val="100000"/>
              </a:lnSpc>
              <a:spcBef>
                <a:spcPts val="0"/>
              </a:spcBef>
              <a:spcAft>
                <a:spcPts val="0"/>
              </a:spcAft>
              <a:buClr>
                <a:srgbClr val="434343"/>
              </a:buClr>
              <a:buSzPts val="1200"/>
              <a:buFont typeface="Roboto Condensed Light"/>
              <a:buChar char="■"/>
              <a:defRPr/>
            </a:lvl6pPr>
            <a:lvl7pPr lvl="6" algn="ctr" rtl="0">
              <a:lnSpc>
                <a:spcPct val="100000"/>
              </a:lnSpc>
              <a:spcBef>
                <a:spcPts val="0"/>
              </a:spcBef>
              <a:spcAft>
                <a:spcPts val="0"/>
              </a:spcAft>
              <a:buClr>
                <a:srgbClr val="434343"/>
              </a:buClr>
              <a:buSzPts val="1200"/>
              <a:buFont typeface="Roboto Condensed Light"/>
              <a:buChar char="●"/>
              <a:defRPr/>
            </a:lvl7pPr>
            <a:lvl8pPr lvl="7" algn="ctr" rtl="0">
              <a:lnSpc>
                <a:spcPct val="100000"/>
              </a:lnSpc>
              <a:spcBef>
                <a:spcPts val="0"/>
              </a:spcBef>
              <a:spcAft>
                <a:spcPts val="0"/>
              </a:spcAft>
              <a:buClr>
                <a:srgbClr val="434343"/>
              </a:buClr>
              <a:buSzPts val="1200"/>
              <a:buFont typeface="Roboto Condensed Light"/>
              <a:buChar char="○"/>
              <a:defRPr/>
            </a:lvl8pPr>
            <a:lvl9pPr lvl="8" algn="ctr" rtl="0">
              <a:lnSpc>
                <a:spcPct val="100000"/>
              </a:lnSpc>
              <a:spcBef>
                <a:spcPts val="0"/>
              </a:spcBef>
              <a:spcAft>
                <a:spcPts val="0"/>
              </a:spcAft>
              <a:buClr>
                <a:srgbClr val="434343"/>
              </a:buClr>
              <a:buSzPts val="1200"/>
              <a:buFont typeface="Roboto Condensed Light"/>
              <a:buChar char="■"/>
              <a:defRPr/>
            </a:lvl9pPr>
          </a:lstStyle>
          <a:p>
            <a:r>
              <a:rPr lang="en-US"/>
              <a:t>Click to edit Master subtitle style</a:t>
            </a:r>
            <a:endParaRPr/>
          </a:p>
        </p:txBody>
      </p:sp>
      <p:sp>
        <p:nvSpPr>
          <p:cNvPr id="497" name="Google Shape;497;p57"/>
          <p:cNvSpPr txBox="1">
            <a:spLocks noGrp="1"/>
          </p:cNvSpPr>
          <p:nvPr>
            <p:ph type="title"/>
          </p:nvPr>
        </p:nvSpPr>
        <p:spPr>
          <a:xfrm>
            <a:off x="715100" y="535000"/>
            <a:ext cx="7708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98"/>
        <p:cNvGrpSpPr/>
        <p:nvPr/>
      </p:nvGrpSpPr>
      <p:grpSpPr>
        <a:xfrm>
          <a:off x="0" y="0"/>
          <a:ext cx="0" cy="0"/>
          <a:chOff x="0" y="0"/>
          <a:chExt cx="0" cy="0"/>
        </a:xfrm>
      </p:grpSpPr>
      <p:pic>
        <p:nvPicPr>
          <p:cNvPr id="499" name="Google Shape;499;p58"/>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00" name="Google Shape;500;p58"/>
          <p:cNvPicPr preferRelativeResize="0"/>
          <p:nvPr/>
        </p:nvPicPr>
        <p:blipFill>
          <a:blip r:embed="rId3" cstate="print">
            <a:alphaModFix amt="30000"/>
          </a:blip>
          <a:stretch>
            <a:fillRect/>
          </a:stretch>
        </p:blipFill>
        <p:spPr>
          <a:xfrm flipH="1">
            <a:off x="-2015" y="-955475"/>
            <a:ext cx="9144003" cy="6098975"/>
          </a:xfrm>
          <a:prstGeom prst="rect">
            <a:avLst/>
          </a:prstGeom>
          <a:noFill/>
          <a:ln>
            <a:noFill/>
          </a:ln>
        </p:spPr>
      </p:pic>
      <p:sp>
        <p:nvSpPr>
          <p:cNvPr id="501" name="Google Shape;501;p58"/>
          <p:cNvSpPr txBox="1">
            <a:spLocks noGrp="1"/>
          </p:cNvSpPr>
          <p:nvPr>
            <p:ph type="ctrTitle"/>
          </p:nvPr>
        </p:nvSpPr>
        <p:spPr>
          <a:xfrm>
            <a:off x="2429950" y="418979"/>
            <a:ext cx="4284000" cy="9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r>
              <a:rPr lang="en-US"/>
              <a:t>Click to edit Master title style</a:t>
            </a:r>
            <a:endParaRPr/>
          </a:p>
        </p:txBody>
      </p:sp>
      <p:sp>
        <p:nvSpPr>
          <p:cNvPr id="502" name="Google Shape;502;p58"/>
          <p:cNvSpPr txBox="1">
            <a:spLocks noGrp="1"/>
          </p:cNvSpPr>
          <p:nvPr>
            <p:ph type="subTitle" idx="1"/>
          </p:nvPr>
        </p:nvSpPr>
        <p:spPr>
          <a:xfrm>
            <a:off x="2425075" y="1659495"/>
            <a:ext cx="4293900" cy="122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r>
              <a:rPr lang="en-US"/>
              <a:t>Click to edit Master subtitle style</a:t>
            </a:r>
            <a:endParaRPr/>
          </a:p>
        </p:txBody>
      </p:sp>
      <p:sp>
        <p:nvSpPr>
          <p:cNvPr id="503" name="Google Shape;503;p58"/>
          <p:cNvSpPr txBox="1"/>
          <p:nvPr/>
        </p:nvSpPr>
        <p:spPr>
          <a:xfrm>
            <a:off x="2825850" y="3686879"/>
            <a:ext cx="34923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200">
                <a:solidFill>
                  <a:schemeClr val="dk1"/>
                </a:solidFill>
                <a:latin typeface="Quicksand"/>
                <a:ea typeface="Quicksand"/>
                <a:cs typeface="Quicksand"/>
                <a:sym typeface="Quicksand"/>
              </a:rPr>
              <a:t>CREDITS: This presentation template was created by </a:t>
            </a:r>
            <a:r>
              <a:rPr lang="en" sz="1200">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Slidesgo</a:t>
            </a:r>
            <a:r>
              <a:rPr lang="en" sz="1200">
                <a:solidFill>
                  <a:schemeClr val="dk1"/>
                </a:solidFill>
                <a:latin typeface="Quicksand"/>
                <a:ea typeface="Quicksand"/>
                <a:cs typeface="Quicksand"/>
                <a:sym typeface="Quicksand"/>
              </a:rPr>
              <a:t>, including icons by </a:t>
            </a:r>
            <a:r>
              <a:rPr lang="en" sz="1200">
                <a:solidFill>
                  <a:schemeClr val="dk1"/>
                </a:solidFill>
                <a:uFill>
                  <a:noFill/>
                </a:uFill>
                <a:latin typeface="Quicksand"/>
                <a:ea typeface="Quicksand"/>
                <a:cs typeface="Quicksand"/>
                <a:sym typeface="Quicksand"/>
                <a:hlinkClick r:id="rId5">
                  <a:extLst>
                    <a:ext uri="{A12FA001-AC4F-418D-AE19-62706E023703}">
                      <ahyp:hlinkClr xmlns:ahyp="http://schemas.microsoft.com/office/drawing/2018/hyperlinkcolor" val="tx"/>
                    </a:ext>
                  </a:extLst>
                </a:hlinkClick>
              </a:rPr>
              <a:t>Flaticon</a:t>
            </a:r>
            <a:r>
              <a:rPr lang="en" sz="1200">
                <a:solidFill>
                  <a:schemeClr val="dk1"/>
                </a:solidFill>
                <a:latin typeface="Quicksand"/>
                <a:ea typeface="Quicksand"/>
                <a:cs typeface="Quicksand"/>
                <a:sym typeface="Quicksand"/>
              </a:rPr>
              <a:t> </a:t>
            </a:r>
            <a:r>
              <a:rPr lang="en" sz="1200">
                <a:solidFill>
                  <a:schemeClr val="dk1"/>
                </a:solidFill>
                <a:highlight>
                  <a:srgbClr val="DFDEFC"/>
                </a:highlight>
                <a:latin typeface="Quicksand"/>
                <a:ea typeface="Quicksand"/>
                <a:cs typeface="Quicksand"/>
                <a:sym typeface="Quicksand"/>
              </a:rPr>
              <a:t>and</a:t>
            </a:r>
            <a:r>
              <a:rPr lang="en" sz="1200">
                <a:solidFill>
                  <a:schemeClr val="dk1"/>
                </a:solidFill>
                <a:latin typeface="Quicksand"/>
                <a:ea typeface="Quicksand"/>
                <a:cs typeface="Quicksand"/>
                <a:sym typeface="Quicksand"/>
              </a:rPr>
              <a:t> infographics &amp; images by </a:t>
            </a:r>
            <a:r>
              <a:rPr lang="en" sz="1200">
                <a:solidFill>
                  <a:schemeClr val="dk1"/>
                </a:solidFill>
                <a:uFill>
                  <a:noFill/>
                </a:uFill>
                <a:latin typeface="Quicksand"/>
                <a:ea typeface="Quicksand"/>
                <a:cs typeface="Quicksand"/>
                <a:sym typeface="Quicksand"/>
                <a:hlinkClick r:id="rId6">
                  <a:extLst>
                    <a:ext uri="{A12FA001-AC4F-418D-AE19-62706E023703}">
                      <ahyp:hlinkClr xmlns:ahyp="http://schemas.microsoft.com/office/drawing/2018/hyperlinkcolor" val="tx"/>
                    </a:ext>
                  </a:extLst>
                </a:hlinkClick>
              </a:rPr>
              <a:t>Freepik</a:t>
            </a:r>
            <a:endParaRPr sz="1200">
              <a:solidFill>
                <a:schemeClr val="dk1"/>
              </a:solidFill>
              <a:highlight>
                <a:srgbClr val="DFDEFC"/>
              </a:highlight>
              <a:latin typeface="Quicksand"/>
              <a:ea typeface="Quicksand"/>
              <a:cs typeface="Quicksand"/>
              <a:sym typeface="Quicksa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504"/>
        <p:cNvGrpSpPr/>
        <p:nvPr/>
      </p:nvGrpSpPr>
      <p:grpSpPr>
        <a:xfrm>
          <a:off x="0" y="0"/>
          <a:ext cx="0" cy="0"/>
          <a:chOff x="0" y="0"/>
          <a:chExt cx="0" cy="0"/>
        </a:xfrm>
      </p:grpSpPr>
      <p:pic>
        <p:nvPicPr>
          <p:cNvPr id="505" name="Google Shape;505;p59"/>
          <p:cNvPicPr preferRelativeResize="0"/>
          <p:nvPr/>
        </p:nvPicPr>
        <p:blipFill>
          <a:blip r:embed="rId2" cstate="print">
            <a:alphaModFix amt="57000"/>
          </a:blip>
          <a:stretch>
            <a:fillRect/>
          </a:stretch>
        </p:blipFill>
        <p:spPr>
          <a:xfrm>
            <a:off x="0" y="0"/>
            <a:ext cx="9144000" cy="51435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506"/>
        <p:cNvGrpSpPr/>
        <p:nvPr/>
      </p:nvGrpSpPr>
      <p:grpSpPr>
        <a:xfrm>
          <a:off x="0" y="0"/>
          <a:ext cx="0" cy="0"/>
          <a:chOff x="0" y="0"/>
          <a:chExt cx="0" cy="0"/>
        </a:xfrm>
      </p:grpSpPr>
      <p:pic>
        <p:nvPicPr>
          <p:cNvPr id="507" name="Google Shape;507;p60"/>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08;p60"/>
          <p:cNvGrpSpPr/>
          <p:nvPr/>
        </p:nvGrpSpPr>
        <p:grpSpPr>
          <a:xfrm rot="10800000" flipH="1">
            <a:off x="-1846500" y="-1386399"/>
            <a:ext cx="11304528" cy="8107960"/>
            <a:chOff x="-1846500" y="-1386399"/>
            <a:chExt cx="11304528" cy="8107960"/>
          </a:xfrm>
        </p:grpSpPr>
        <p:pic>
          <p:nvPicPr>
            <p:cNvPr id="509" name="Google Shape;509;p60"/>
            <p:cNvPicPr preferRelativeResize="0"/>
            <p:nvPr/>
          </p:nvPicPr>
          <p:blipFill>
            <a:blip r:embed="rId3" cstate="print">
              <a:alphaModFix amt="35000"/>
            </a:blip>
            <a:stretch>
              <a:fillRect/>
            </a:stretch>
          </p:blipFill>
          <p:spPr>
            <a:xfrm>
              <a:off x="6686275" y="-1386399"/>
              <a:ext cx="2771753" cy="2736575"/>
            </a:xfrm>
            <a:prstGeom prst="rect">
              <a:avLst/>
            </a:prstGeom>
            <a:noFill/>
            <a:ln>
              <a:noFill/>
            </a:ln>
          </p:spPr>
        </p:pic>
        <p:pic>
          <p:nvPicPr>
            <p:cNvPr id="510" name="Google Shape;510;p60"/>
            <p:cNvPicPr preferRelativeResize="0"/>
            <p:nvPr/>
          </p:nvPicPr>
          <p:blipFill>
            <a:blip r:embed="rId4" cstate="print">
              <a:alphaModFix amt="38000"/>
            </a:blip>
            <a:stretch>
              <a:fillRect/>
            </a:stretch>
          </p:blipFill>
          <p:spPr>
            <a:xfrm rot="5203858">
              <a:off x="-1631029" y="3518279"/>
              <a:ext cx="2980001" cy="3246294"/>
            </a:xfrm>
            <a:prstGeom prst="rect">
              <a:avLst/>
            </a:prstGeom>
            <a:noFill/>
            <a:ln>
              <a:noFill/>
            </a:ln>
          </p:spPr>
        </p:pic>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511"/>
        <p:cNvGrpSpPr/>
        <p:nvPr/>
      </p:nvGrpSpPr>
      <p:grpSpPr>
        <a:xfrm>
          <a:off x="0" y="0"/>
          <a:ext cx="0" cy="0"/>
          <a:chOff x="0" y="0"/>
          <a:chExt cx="0" cy="0"/>
        </a:xfrm>
      </p:grpSpPr>
      <p:pic>
        <p:nvPicPr>
          <p:cNvPr id="512" name="Google Shape;512;p61"/>
          <p:cNvPicPr preferRelativeResize="0"/>
          <p:nvPr/>
        </p:nvPicPr>
        <p:blipFill>
          <a:blip r:embed="rId2" cstate="print">
            <a:alphaModFix amt="57000"/>
          </a:blip>
          <a:stretch>
            <a:fillRect/>
          </a:stretch>
        </p:blipFill>
        <p:spPr>
          <a:xfrm>
            <a:off x="0" y="0"/>
            <a:ext cx="9144000" cy="5143500"/>
          </a:xfrm>
          <a:prstGeom prst="rect">
            <a:avLst/>
          </a:prstGeom>
          <a:noFill/>
          <a:ln>
            <a:noFill/>
          </a:ln>
        </p:spPr>
      </p:pic>
      <p:pic>
        <p:nvPicPr>
          <p:cNvPr id="513" name="Google Shape;513;p61"/>
          <p:cNvPicPr preferRelativeResize="0"/>
          <p:nvPr/>
        </p:nvPicPr>
        <p:blipFill>
          <a:blip r:embed="rId3" cstate="print">
            <a:alphaModFix amt="16000"/>
          </a:blip>
          <a:stretch>
            <a:fillRect/>
          </a:stretch>
        </p:blipFill>
        <p:spPr>
          <a:xfrm rot="10800000" flipH="1">
            <a:off x="0" y="2027045"/>
            <a:ext cx="9144003" cy="3116462"/>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3">
  <p:cSld name="Background 3">
    <p:bg>
      <p:bgPr>
        <a:solidFill>
          <a:schemeClr val="lt2"/>
        </a:solidFill>
        <a:effectLst/>
      </p:bgPr>
    </p:bg>
    <p:spTree>
      <p:nvGrpSpPr>
        <p:cNvPr id="1" name="Shape 514"/>
        <p:cNvGrpSpPr/>
        <p:nvPr/>
      </p:nvGrpSpPr>
      <p:grpSpPr>
        <a:xfrm>
          <a:off x="0" y="0"/>
          <a:ext cx="0" cy="0"/>
          <a:chOff x="0" y="0"/>
          <a:chExt cx="0" cy="0"/>
        </a:xfrm>
      </p:grpSpPr>
      <p:pic>
        <p:nvPicPr>
          <p:cNvPr id="515" name="Google Shape;515;p62"/>
          <p:cNvPicPr preferRelativeResize="0"/>
          <p:nvPr/>
        </p:nvPicPr>
        <p:blipFill>
          <a:blip r:embed="rId2" cstate="print">
            <a:alphaModFix amt="57000"/>
          </a:blip>
          <a:stretch>
            <a:fillRect/>
          </a:stretch>
        </p:blipFill>
        <p:spPr>
          <a:xfrm>
            <a:off x="0" y="0"/>
            <a:ext cx="9144000" cy="5143500"/>
          </a:xfrm>
          <a:prstGeom prst="rect">
            <a:avLst/>
          </a:prstGeom>
          <a:noFill/>
          <a:ln>
            <a:noFill/>
          </a:ln>
        </p:spPr>
      </p:pic>
      <p:grpSp>
        <p:nvGrpSpPr>
          <p:cNvPr id="2" name="Google Shape;516;p62"/>
          <p:cNvGrpSpPr/>
          <p:nvPr/>
        </p:nvGrpSpPr>
        <p:grpSpPr>
          <a:xfrm>
            <a:off x="-1078051" y="-828301"/>
            <a:ext cx="10800649" cy="6495486"/>
            <a:chOff x="-1078051" y="-828301"/>
            <a:chExt cx="10800649" cy="6495486"/>
          </a:xfrm>
        </p:grpSpPr>
        <p:pic>
          <p:nvPicPr>
            <p:cNvPr id="517" name="Google Shape;517;p62"/>
            <p:cNvPicPr preferRelativeResize="0"/>
            <p:nvPr/>
          </p:nvPicPr>
          <p:blipFill>
            <a:blip r:embed="rId3" cstate="print">
              <a:alphaModFix amt="35000"/>
            </a:blip>
            <a:stretch>
              <a:fillRect/>
            </a:stretch>
          </p:blipFill>
          <p:spPr>
            <a:xfrm rot="4499998">
              <a:off x="517536" y="-1566832"/>
              <a:ext cx="2446178" cy="5180760"/>
            </a:xfrm>
            <a:prstGeom prst="rect">
              <a:avLst/>
            </a:prstGeom>
            <a:noFill/>
            <a:ln>
              <a:noFill/>
            </a:ln>
          </p:spPr>
        </p:pic>
        <p:pic>
          <p:nvPicPr>
            <p:cNvPr id="518" name="Google Shape;518;p62"/>
            <p:cNvPicPr preferRelativeResize="0"/>
            <p:nvPr/>
          </p:nvPicPr>
          <p:blipFill>
            <a:blip r:embed="rId4" cstate="print">
              <a:alphaModFix amt="38000"/>
            </a:blip>
            <a:stretch>
              <a:fillRect/>
            </a:stretch>
          </p:blipFill>
          <p:spPr>
            <a:xfrm rot="4932521">
              <a:off x="7662897" y="3595450"/>
              <a:ext cx="1859885" cy="2026087"/>
            </a:xfrm>
            <a:prstGeom prst="rect">
              <a:avLst/>
            </a:prstGeom>
            <a:noFill/>
            <a:ln>
              <a:noFill/>
            </a:ln>
          </p:spPr>
        </p:pic>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2"/>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523"/>
        <p:cNvGrpSpPr/>
        <p:nvPr/>
      </p:nvGrpSpPr>
      <p:grpSpPr>
        <a:xfrm>
          <a:off x="0" y="0"/>
          <a:ext cx="0" cy="0"/>
          <a:chOff x="0" y="0"/>
          <a:chExt cx="0" cy="0"/>
        </a:xfrm>
      </p:grpSpPr>
      <p:sp>
        <p:nvSpPr>
          <p:cNvPr id="524" name="Google Shape;524;p65"/>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528"/>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rgbClr val="F3F1FC"/>
            </a:gs>
            <a:gs pos="74000">
              <a:srgbClr val="BFCBD9"/>
            </a:gs>
            <a:gs pos="83000">
              <a:srgbClr val="BFCBD9"/>
            </a:gs>
            <a:gs pos="100000">
              <a:srgbClr val="BFCBD9"/>
            </a:gs>
          </a:gsLst>
          <a:lin ang="2700000" scaled="1"/>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3A74B8-EF64-4578-9A72-98E8B3A3A10E}"/>
              </a:ext>
            </a:extLst>
          </p:cNvPr>
          <p:cNvSpPr/>
          <p:nvPr/>
        </p:nvSpPr>
        <p:spPr>
          <a:xfrm>
            <a:off x="0" y="0"/>
            <a:ext cx="9144000" cy="5143500"/>
          </a:xfrm>
          <a:prstGeom prst="rect">
            <a:avLst/>
          </a:prstGeom>
          <a:gradFill>
            <a:gsLst>
              <a:gs pos="0">
                <a:srgbClr val="F3F1FC"/>
              </a:gs>
              <a:gs pos="74000">
                <a:srgbClr val="BFCBD9"/>
              </a:gs>
              <a:gs pos="83000">
                <a:srgbClr val="BFCBD9"/>
              </a:gs>
              <a:gs pos="100000">
                <a:srgbClr val="BFCBD9"/>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4" name="Rectangle 13">
            <a:extLst>
              <a:ext uri="{FF2B5EF4-FFF2-40B4-BE49-F238E27FC236}">
                <a16:creationId xmlns:a16="http://schemas.microsoft.com/office/drawing/2014/main" id="{2003261B-DE37-4912-AF5A-8E51A0F03535}"/>
              </a:ext>
            </a:extLst>
          </p:cNvPr>
          <p:cNvSpPr/>
          <p:nvPr/>
        </p:nvSpPr>
        <p:spPr>
          <a:xfrm>
            <a:off x="1304925" y="1085851"/>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3" name="Rectangle: Rounded Corners 12">
            <a:extLst>
              <a:ext uri="{FF2B5EF4-FFF2-40B4-BE49-F238E27FC236}">
                <a16:creationId xmlns:a16="http://schemas.microsoft.com/office/drawing/2014/main" id="{63EA7C3A-9E97-4FD9-9258-90A2A701B48E}"/>
              </a:ext>
            </a:extLst>
          </p:cNvPr>
          <p:cNvSpPr/>
          <p:nvPr/>
        </p:nvSpPr>
        <p:spPr>
          <a:xfrm>
            <a:off x="549276" y="549276"/>
            <a:ext cx="8045448" cy="4040188"/>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12" name="Freeform: Shape 11">
            <a:extLst>
              <a:ext uri="{FF2B5EF4-FFF2-40B4-BE49-F238E27FC236}">
                <a16:creationId xmlns:a16="http://schemas.microsoft.com/office/drawing/2014/main" id="{FBDF1A8A-E8B1-4F56-8E05-BF95BE98DE5B}"/>
              </a:ext>
            </a:extLst>
          </p:cNvPr>
          <p:cNvSpPr/>
          <p:nvPr/>
        </p:nvSpPr>
        <p:spPr>
          <a:xfrm>
            <a:off x="549276" y="549274"/>
            <a:ext cx="8045448" cy="2022476"/>
          </a:xfrm>
          <a:custGeom>
            <a:avLst/>
            <a:gdLst>
              <a:gd name="connsiteX0" fmla="*/ 95348 w 10727264"/>
              <a:gd name="connsiteY0" fmla="*/ 0 h 2696634"/>
              <a:gd name="connsiteX1" fmla="*/ 10631916 w 10727264"/>
              <a:gd name="connsiteY1" fmla="*/ 0 h 2696634"/>
              <a:gd name="connsiteX2" fmla="*/ 10727264 w 10727264"/>
              <a:gd name="connsiteY2" fmla="*/ 95348 h 2696634"/>
              <a:gd name="connsiteX3" fmla="*/ 10727264 w 10727264"/>
              <a:gd name="connsiteY3" fmla="*/ 2696634 h 2696634"/>
              <a:gd name="connsiteX4" fmla="*/ 0 w 10727264"/>
              <a:gd name="connsiteY4" fmla="*/ 2696634 h 2696634"/>
              <a:gd name="connsiteX5" fmla="*/ 0 w 10727264"/>
              <a:gd name="connsiteY5" fmla="*/ 95348 h 2696634"/>
              <a:gd name="connsiteX6" fmla="*/ 95348 w 10727264"/>
              <a:gd name="connsiteY6" fmla="*/ 0 h 269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7264" h="2696634">
                <a:moveTo>
                  <a:pt x="95348" y="0"/>
                </a:moveTo>
                <a:lnTo>
                  <a:pt x="10631916" y="0"/>
                </a:lnTo>
                <a:cubicBezTo>
                  <a:pt x="10684575" y="0"/>
                  <a:pt x="10727264" y="42689"/>
                  <a:pt x="10727264" y="95348"/>
                </a:cubicBezTo>
                <a:lnTo>
                  <a:pt x="10727264" y="2696634"/>
                </a:lnTo>
                <a:lnTo>
                  <a:pt x="0" y="2696634"/>
                </a:lnTo>
                <a:lnTo>
                  <a:pt x="0" y="95348"/>
                </a:lnTo>
                <a:cubicBezTo>
                  <a:pt x="0" y="42689"/>
                  <a:pt x="42689" y="0"/>
                  <a:pt x="9534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ctrTitle"/>
          </p:nvPr>
        </p:nvSpPr>
        <p:spPr>
          <a:xfrm>
            <a:off x="1143000" y="665162"/>
            <a:ext cx="6858000" cy="1790700"/>
          </a:xfrm>
        </p:spPr>
        <p:txBody>
          <a:bodyPr anchor="b"/>
          <a:lstStyle>
            <a:lvl1pPr algn="ctr">
              <a:defRPr sz="6000" b="1" cap="all" baseline="0">
                <a:solidFill>
                  <a:schemeClr val="bg1"/>
                </a:solidFill>
                <a:latin typeface="+mn-lt"/>
              </a:defRPr>
            </a:lvl1pPr>
          </a:lstStyle>
          <a:p>
            <a:r>
              <a:rPr lang="en-US"/>
              <a:t>Click to edit Master title style</a:t>
            </a:r>
          </a:p>
        </p:txBody>
      </p:sp>
      <p:sp>
        <p:nvSpPr>
          <p:cNvPr id="3" name="Subtitle 2"/>
          <p:cNvSpPr>
            <a:spLocks noGrp="1"/>
          </p:cNvSpPr>
          <p:nvPr>
            <p:ph type="subTitle" idx="1"/>
          </p:nvPr>
        </p:nvSpPr>
        <p:spPr>
          <a:xfrm>
            <a:off x="1143000" y="2871544"/>
            <a:ext cx="6858000" cy="531976"/>
          </a:xfrm>
          <a:prstGeom prst="rect">
            <a:avLst/>
          </a:prstGeom>
        </p:spPr>
        <p:txBody>
          <a:bodyPr anchor="ctr">
            <a:normAutofit/>
          </a:bodyPr>
          <a:lstStyle>
            <a:lvl1pPr marL="0" indent="0" algn="ctr">
              <a:buNone/>
              <a:defRPr sz="2700" cap="all" baseline="0">
                <a:solidFill>
                  <a:srgbClr val="4C8BFD"/>
                </a:solidFill>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5D686E"/>
                </a:solidFill>
              </a:defRPr>
            </a:lvl1p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a:xfrm>
            <a:off x="5429250" y="4834955"/>
            <a:ext cx="3086100" cy="274637"/>
          </a:xfrm>
        </p:spPr>
        <p:txBody>
          <a:bodyPr/>
          <a:lstStyle>
            <a:lvl1pPr algn="r">
              <a:defRPr>
                <a:solidFill>
                  <a:srgbClr val="5D686E"/>
                </a:solidFill>
              </a:defRPr>
            </a:lvl1pPr>
          </a:lstStyle>
          <a:p>
            <a:endParaRPr kumimoji="0" lang="en-US"/>
          </a:p>
        </p:txBody>
      </p:sp>
    </p:spTree>
    <p:extLst>
      <p:ext uri="{BB962C8B-B14F-4D97-AF65-F5344CB8AC3E}">
        <p14:creationId xmlns:p14="http://schemas.microsoft.com/office/powerpoint/2010/main" val="87250034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32617-F728-4345-9B63-C0B5F79DAA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F96419-4C10-4573-9A34-A9E44962CF90}"/>
              </a:ext>
            </a:extLst>
          </p:cNvPr>
          <p:cNvSpPr>
            <a:spLocks noGrp="1"/>
          </p:cNvSpPr>
          <p:nvPr>
            <p:ph type="dt" sz="half" idx="10"/>
          </p:nvPr>
        </p:nvSpPr>
        <p:spPr/>
        <p:txBody>
          <a:bodyPr/>
          <a:lstStyle/>
          <a:p>
            <a:fld id="{9D21D778-B565-4D7E-94D7-64010A445B68}" type="datetimeFigureOut">
              <a:rPr lang="en-US" smtClean="0"/>
              <a:pPr/>
              <a:t>27-May-26</a:t>
            </a:fld>
            <a:endParaRPr lang="en-US"/>
          </a:p>
        </p:txBody>
      </p:sp>
      <p:sp>
        <p:nvSpPr>
          <p:cNvPr id="4" name="Footer Placeholder 3">
            <a:extLst>
              <a:ext uri="{FF2B5EF4-FFF2-40B4-BE49-F238E27FC236}">
                <a16:creationId xmlns:a16="http://schemas.microsoft.com/office/drawing/2014/main" id="{521271FF-57D3-46C2-B896-B112906AEFCF}"/>
              </a:ext>
            </a:extLst>
          </p:cNvPr>
          <p:cNvSpPr>
            <a:spLocks noGrp="1"/>
          </p:cNvSpPr>
          <p:nvPr>
            <p:ph type="ftr" sz="quarter" idx="11"/>
          </p:nvPr>
        </p:nvSpPr>
        <p:spPr/>
        <p:txBody>
          <a:bodyPr/>
          <a:lstStyle>
            <a:lvl1pPr algn="ctr">
              <a:defRPr/>
            </a:lvl1pPr>
          </a:lstStyle>
          <a:p>
            <a:endParaRPr kumimoji="0" lang="en-US"/>
          </a:p>
        </p:txBody>
      </p:sp>
      <p:sp>
        <p:nvSpPr>
          <p:cNvPr id="5" name="Slide Number Placeholder 4">
            <a:extLst>
              <a:ext uri="{FF2B5EF4-FFF2-40B4-BE49-F238E27FC236}">
                <a16:creationId xmlns:a16="http://schemas.microsoft.com/office/drawing/2014/main" id="{CD73037F-AC0A-45F2-9BE0-E2564EE61564}"/>
              </a:ext>
            </a:extLst>
          </p:cNvPr>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
        <p:nvSpPr>
          <p:cNvPr id="8" name="Text Placeholder 7">
            <a:extLst>
              <a:ext uri="{FF2B5EF4-FFF2-40B4-BE49-F238E27FC236}">
                <a16:creationId xmlns:a16="http://schemas.microsoft.com/office/drawing/2014/main" id="{767351E8-B1DF-47F2-BEAE-438019E48A72}"/>
              </a:ext>
            </a:extLst>
          </p:cNvPr>
          <p:cNvSpPr>
            <a:spLocks noGrp="1"/>
          </p:cNvSpPr>
          <p:nvPr>
            <p:ph type="body" sz="quarter" idx="13"/>
          </p:nvPr>
        </p:nvSpPr>
        <p:spPr>
          <a:xfrm>
            <a:off x="628650" y="1533526"/>
            <a:ext cx="7886700" cy="3246119"/>
          </a:xfrm>
          <a:prstGeom prst="rect">
            <a:avLst/>
          </a:prstGeom>
        </p:spPr>
        <p:txBody>
          <a:bodyPr/>
          <a:lstStyle>
            <a:lvl1pPr>
              <a:spcAft>
                <a:spcPts val="900"/>
              </a:spcAft>
              <a:defRPr/>
            </a:lvl1pPr>
            <a:lvl2pPr>
              <a:spcAft>
                <a:spcPts val="900"/>
              </a:spcAft>
              <a:defRPr/>
            </a:lvl2pPr>
            <a:lvl3pPr>
              <a:spcAft>
                <a:spcPts val="900"/>
              </a:spcAft>
              <a:defRPr/>
            </a:lvl3pPr>
            <a:lvl4pPr>
              <a:spcAft>
                <a:spcPts val="900"/>
              </a:spcAft>
              <a:defRPr/>
            </a:lvl4pPr>
            <a:lvl5pPr>
              <a:spcAft>
                <a:spcPts val="9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61709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2"/>
            <a:ext cx="7886700" cy="2139950"/>
          </a:xfrm>
        </p:spPr>
        <p:txBody>
          <a:bodyPr anchor="b"/>
          <a:lstStyle>
            <a:lvl1pPr>
              <a:defRPr sz="6000">
                <a:solidFill>
                  <a:srgbClr val="5D686E"/>
                </a:solidFill>
              </a:defRPr>
            </a:lvl1pPr>
          </a:lstStyle>
          <a:p>
            <a:r>
              <a:rPr lang="en-US"/>
              <a:t>Click to edit Master title style</a:t>
            </a:r>
          </a:p>
        </p:txBody>
      </p:sp>
      <p:sp>
        <p:nvSpPr>
          <p:cNvPr id="3" name="Text Placeholder 2"/>
          <p:cNvSpPr>
            <a:spLocks noGrp="1"/>
          </p:cNvSpPr>
          <p:nvPr>
            <p:ph type="body" idx="1"/>
          </p:nvPr>
        </p:nvSpPr>
        <p:spPr>
          <a:xfrm>
            <a:off x="623888" y="3441702"/>
            <a:ext cx="7886700" cy="1125538"/>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lvl1pPr algn="ctr">
              <a:defRPr/>
            </a:lvl1p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42808200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4"/>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a:p>
        </p:txBody>
      </p:sp>
    </p:spTree>
    <p:extLst>
      <p:ext uri="{BB962C8B-B14F-4D97-AF65-F5344CB8AC3E}">
        <p14:creationId xmlns:p14="http://schemas.microsoft.com/office/powerpoint/2010/main" val="18243147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40"/>
            <a:ext cx="7886700" cy="993775"/>
          </a:xfrm>
        </p:spPr>
        <p:txBody>
          <a:bodyPr/>
          <a:lstStyle/>
          <a:p>
            <a:r>
              <a:rPr lang="en-US"/>
              <a:t>Click to edit Master title style</a:t>
            </a:r>
          </a:p>
        </p:txBody>
      </p:sp>
      <p:sp>
        <p:nvSpPr>
          <p:cNvPr id="3" name="Text Placeholder 2"/>
          <p:cNvSpPr>
            <a:spLocks noGrp="1"/>
          </p:cNvSpPr>
          <p:nvPr>
            <p:ph type="body" idx="1"/>
          </p:nvPr>
        </p:nvSpPr>
        <p:spPr>
          <a:xfrm>
            <a:off x="630239" y="1260475"/>
            <a:ext cx="3868737"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21D778-B565-4D7E-94D7-64010A445B68}" type="datetimeFigureOut">
              <a:rPr lang="en-US" smtClean="0"/>
              <a:pPr/>
              <a:t>27-May-26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lvl1pPr algn="r">
              <a:defRPr/>
            </a:lvl1pPr>
          </a:lstStyle>
          <a:p>
            <a:pPr algn="ctr" eaLnBrk="1" latinLnBrk="0" hangingPunct="1"/>
            <a:fld id="{2C6B1FF6-39B9-40F5-8B67-33C6354A3D4F}" type="slidenum">
              <a:rPr kumimoji="0" lang="en-US" smtClean="0"/>
              <a:pPr algn="ctr" eaLnBrk="1" latinLnBrk="0" hangingPunct="1"/>
              <a:t>‹#›</a:t>
            </a:fld>
            <a:endParaRPr kumimoji="0" lang="en-US" dirty="0"/>
          </a:p>
        </p:txBody>
      </p:sp>
    </p:spTree>
    <p:extLst>
      <p:ext uri="{BB962C8B-B14F-4D97-AF65-F5344CB8AC3E}">
        <p14:creationId xmlns:p14="http://schemas.microsoft.com/office/powerpoint/2010/main" val="26791504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27-May-26</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9385813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27-May-26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rgbClr val="FFFFFF"/>
              </a:solidFill>
            </a:endParaRPr>
          </a:p>
        </p:txBody>
      </p:sp>
    </p:spTree>
    <p:extLst>
      <p:ext uri="{BB962C8B-B14F-4D97-AF65-F5344CB8AC3E}">
        <p14:creationId xmlns:p14="http://schemas.microsoft.com/office/powerpoint/2010/main" val="6439114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741365"/>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solidFill>
                <a:schemeClr val="accent3">
                  <a:shade val="75000"/>
                </a:schemeClr>
              </a:solidFill>
            </a:endParaRPr>
          </a:p>
        </p:txBody>
      </p:sp>
    </p:spTree>
    <p:extLst>
      <p:ext uri="{BB962C8B-B14F-4D97-AF65-F5344CB8AC3E}">
        <p14:creationId xmlns:p14="http://schemas.microsoft.com/office/powerpoint/2010/main" val="545134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40" y="342900"/>
            <a:ext cx="2949575" cy="120015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741365"/>
            <a:ext cx="4629150" cy="3654425"/>
          </a:xfrm>
          <a:prstGeom prst="rect">
            <a:avLst/>
          </a:prstGeo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630240" y="1543051"/>
            <a:ext cx="2949575" cy="2859088"/>
          </a:xfrm>
          <a:prstGeom prst="rect">
            <a:avLst/>
          </a:prstGeo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7416588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28650" y="1432561"/>
            <a:ext cx="7886700" cy="329228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a:p>
        </p:txBody>
      </p:sp>
    </p:spTree>
    <p:extLst>
      <p:ext uri="{BB962C8B-B14F-4D97-AF65-F5344CB8AC3E}">
        <p14:creationId xmlns:p14="http://schemas.microsoft.com/office/powerpoint/2010/main" val="14085483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4640"/>
            <a:ext cx="1971675" cy="4357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274640"/>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lgn="r">
              <a:defRPr/>
            </a:lvl1pPr>
          </a:lstStyle>
          <a:p>
            <a:fld id="{2C6B1FF6-39B9-40F5-8B67-33C6354A3D4F}" type="slidenum">
              <a:rPr kumimoji="0" lang="en-US" smtClean="0"/>
              <a:pPr/>
              <a:t>‹#›</a:t>
            </a:fld>
            <a:endParaRPr kumimoji="0" lang="en-US" dirty="0"/>
          </a:p>
        </p:txBody>
      </p:sp>
    </p:spTree>
    <p:extLst>
      <p:ext uri="{BB962C8B-B14F-4D97-AF65-F5344CB8AC3E}">
        <p14:creationId xmlns:p14="http://schemas.microsoft.com/office/powerpoint/2010/main" val="5310098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
        <p:nvSpPr>
          <p:cNvPr id="5" name="Rectangle 4"/>
          <p:cNvSpPr/>
          <p:nvPr userDrawn="1"/>
        </p:nvSpPr>
        <p:spPr>
          <a:xfrm>
            <a:off x="0" y="2364718"/>
            <a:ext cx="9144000" cy="4140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www</a:t>
            </a:r>
            <a:r>
              <a:rPr kumimoji="0" lang="en-US" sz="2000" b="0" i="0" u="none" strike="noStrike" kern="1200" cap="none" spc="0" normalizeH="0" baseline="0" noProof="0">
                <a:ln>
                  <a:noFill/>
                </a:ln>
                <a:solidFill>
                  <a:schemeClr val="bg1">
                    <a:lumMod val="50000"/>
                  </a:schemeClr>
                </a:solidFill>
                <a:effectLst/>
                <a:uLnTx/>
                <a:uFillTx/>
                <a:latin typeface="+mn-lt"/>
                <a:ea typeface="+mn-ea"/>
                <a:cs typeface="+mn-cs"/>
              </a:rPr>
              <a:t>.</a:t>
            </a:r>
            <a:r>
              <a:rPr kumimoji="0" lang="en-US" sz="2800" b="0" i="0" u="none" strike="noStrike" kern="1200" cap="none" spc="0" normalizeH="0" baseline="0" noProof="0">
                <a:ln>
                  <a:noFill/>
                </a:ln>
                <a:solidFill>
                  <a:srgbClr val="A5CD00"/>
                </a:solidFill>
                <a:effectLst/>
                <a:uLnTx/>
                <a:uFillTx/>
                <a:latin typeface="+mn-lt"/>
                <a:ea typeface="+mn-ea"/>
                <a:cs typeface="+mn-cs"/>
              </a:rPr>
              <a:t>PresentationGO</a:t>
            </a:r>
            <a:r>
              <a:rPr kumimoji="0" lang="en-US" sz="2000" b="0" i="0" u="none" strike="noStrike" kern="1200" cap="none" spc="0" normalizeH="0" baseline="0" noProof="0">
                <a:ln>
                  <a:noFill/>
                </a:ln>
                <a:solidFill>
                  <a:schemeClr val="bg1">
                    <a:lumMod val="50000"/>
                  </a:schemeClr>
                </a:solidFill>
                <a:effectLst/>
                <a:uLnTx/>
                <a:uFillTx/>
                <a:latin typeface="+mn-lt"/>
                <a:ea typeface="+mn-ea"/>
                <a:cs typeface="+mn-cs"/>
              </a:rPr>
              <a:t>.</a:t>
            </a:r>
            <a:r>
              <a:rPr kumimoji="0" lang="en-US" sz="2000" b="0" i="0" u="none" strike="noStrike" kern="1200" cap="none" spc="0" normalizeH="0" baseline="0" noProof="0" dirty="0">
                <a:ln>
                  <a:noFill/>
                </a:ln>
                <a:solidFill>
                  <a:schemeClr val="bg1">
                    <a:lumMod val="50000"/>
                  </a:schemeClr>
                </a:solidFill>
                <a:effectLst/>
                <a:uLnTx/>
                <a:uFillTx/>
                <a:latin typeface="+mn-lt"/>
                <a:ea typeface="+mn-ea"/>
                <a:cs typeface="+mn-cs"/>
              </a:rPr>
              <a:t>com</a:t>
            </a:r>
            <a:endParaRPr kumimoji="0" lang="en-US" sz="2800" b="0" i="0" u="none" strike="noStrike" kern="1200" cap="none" spc="0" normalizeH="0" baseline="0" noProof="0" dirty="0">
              <a:ln>
                <a:noFill/>
              </a:ln>
              <a:solidFill>
                <a:schemeClr val="bg1">
                  <a:lumMod val="50000"/>
                </a:schemeClr>
              </a:solidFill>
              <a:effectLst/>
              <a:uLnTx/>
              <a:uFillTx/>
              <a:latin typeface="+mn-lt"/>
              <a:ea typeface="+mn-ea"/>
              <a:cs typeface="+mn-cs"/>
            </a:endParaRPr>
          </a:p>
        </p:txBody>
      </p:sp>
      <p:sp>
        <p:nvSpPr>
          <p:cNvPr id="6" name="Rectangle 5">
            <a:hlinkClick r:id="rId2"/>
          </p:cNvPr>
          <p:cNvSpPr/>
          <p:nvPr userDrawn="1"/>
        </p:nvSpPr>
        <p:spPr>
          <a:xfrm>
            <a:off x="2048935" y="2303794"/>
            <a:ext cx="5046133" cy="535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userDrawn="1"/>
        </p:nvSpPr>
        <p:spPr>
          <a:xfrm>
            <a:off x="2747216" y="4591049"/>
            <a:ext cx="3649589" cy="369332"/>
          </a:xfrm>
          <a:prstGeom prst="rect">
            <a:avLst/>
          </a:prstGeom>
          <a:noFill/>
        </p:spPr>
        <p:txBody>
          <a:bodyPr wrap="none" rtlCol="0" anchor="ctr">
            <a:spAutoFit/>
          </a:bodyPr>
          <a:lstStyle/>
          <a:p>
            <a:pPr algn="ctr"/>
            <a:r>
              <a:rPr lang="en-US" dirty="0">
                <a:solidFill>
                  <a:srgbClr val="A5CD00"/>
                </a:solidFill>
              </a:rPr>
              <a:t>T</a:t>
            </a:r>
            <a:r>
              <a:rPr lang="en-US" baseline="0" dirty="0">
                <a:solidFill>
                  <a:srgbClr val="A5CD00"/>
                </a:solidFill>
              </a:rPr>
              <a:t>he </a:t>
            </a:r>
            <a:r>
              <a:rPr lang="en-US" baseline="0">
                <a:solidFill>
                  <a:srgbClr val="A5CD00"/>
                </a:solidFill>
              </a:rPr>
              <a:t>free PowerPoint template </a:t>
            </a:r>
            <a:r>
              <a:rPr lang="en-US" baseline="0" dirty="0">
                <a:solidFill>
                  <a:srgbClr val="A5CD00"/>
                </a:solidFill>
              </a:rPr>
              <a:t>library</a:t>
            </a:r>
            <a:endParaRPr lang="en-US" dirty="0">
              <a:solidFill>
                <a:srgbClr val="A5CD00"/>
              </a:solidFill>
            </a:endParaRPr>
          </a:p>
        </p:txBody>
      </p:sp>
      <p:sp>
        <p:nvSpPr>
          <p:cNvPr id="8" name="TextBox 7"/>
          <p:cNvSpPr txBox="1"/>
          <p:nvPr userDrawn="1"/>
        </p:nvSpPr>
        <p:spPr>
          <a:xfrm>
            <a:off x="3459936" y="1974850"/>
            <a:ext cx="2224134" cy="369332"/>
          </a:xfrm>
          <a:prstGeom prst="rect">
            <a:avLst/>
          </a:prstGeom>
          <a:noFill/>
        </p:spPr>
        <p:txBody>
          <a:bodyPr wrap="none" rtlCol="0" anchor="ctr">
            <a:spAutoFit/>
          </a:bodyPr>
          <a:lstStyle/>
          <a:p>
            <a:pPr algn="ctr"/>
            <a:r>
              <a:rPr lang="en-US">
                <a:solidFill>
                  <a:schemeClr val="bg1"/>
                </a:solidFill>
                <a:effectLst/>
              </a:rPr>
              <a:t>Designed</a:t>
            </a:r>
            <a:r>
              <a:rPr lang="en-US" baseline="0">
                <a:solidFill>
                  <a:schemeClr val="bg1"/>
                </a:solidFill>
                <a:effectLst/>
              </a:rPr>
              <a:t> with         by</a:t>
            </a:r>
            <a:endParaRPr lang="en-US" dirty="0">
              <a:solidFill>
                <a:schemeClr val="bg1"/>
              </a:solidFill>
              <a:effectLst/>
            </a:endParaRPr>
          </a:p>
        </p:txBody>
      </p:sp>
      <p:sp>
        <p:nvSpPr>
          <p:cNvPr id="9" name="Freeform 290"/>
          <p:cNvSpPr/>
          <p:nvPr userDrawn="1"/>
        </p:nvSpPr>
        <p:spPr>
          <a:xfrm>
            <a:off x="4977441" y="2029355"/>
            <a:ext cx="261456" cy="167993"/>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rgbClr val="D9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0419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0"/>
            <a:ext cx="7772400" cy="1650206"/>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21D778-B565-4D7E-94D7-64010A445B68}" type="datetimeFigureOut">
              <a:rPr lang="en-US" smtClean="0"/>
              <a:pPr/>
              <a:t>27-May-26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pPr algn="ctr" eaLnBrk="1" latinLnBrk="0" hangingPunct="1"/>
            <a:fld id="{2C6B1FF6-39B9-40F5-8B67-33C6354A3D4F}" type="slidenum">
              <a:rPr kumimoji="0" lang="en-US" smtClean="0"/>
              <a:pPr algn="ctr" eaLnBrk="1" latinLnBrk="0" hangingPunct="1"/>
              <a:t>‹#›</a:t>
            </a:fld>
            <a:endParaRPr kumimoji="0" lang="en-US" dirty="0"/>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21D778-B565-4D7E-94D7-64010A445B68}" type="datetimeFigureOut">
              <a:rPr lang="en-US" smtClean="0"/>
              <a:pPr/>
              <a:t>27-May-26</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1D778-B565-4D7E-94D7-64010A445B68}" type="datetimeFigureOut">
              <a:rPr lang="en-US" smtClean="0"/>
              <a:pPr/>
              <a:t>27-May-26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2C6B1FF6-39B9-40F5-8B67-33C6354A3D4F}" type="slidenum">
              <a:rPr kumimoji="0" lang="en-US" smtClean="0"/>
              <a:pPr/>
              <a:t>‹#›</a:t>
            </a:fld>
            <a:endParaRPr kumimoji="0" lang="en-US" dirty="0">
              <a:solidFill>
                <a:srgbClr val="FFFFFF"/>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1D778-B565-4D7E-94D7-64010A445B68}" type="datetimeFigureOut">
              <a:rPr lang="en-US" smtClean="0"/>
              <a:pPr/>
              <a:t>27-May-26</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1D778-B565-4D7E-94D7-64010A445B68}" type="datetimeFigureOut">
              <a:rPr lang="en-US" smtClean="0"/>
              <a:pPr/>
              <a:t>27-May-26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715100" y="535000"/>
            <a:ext cx="7708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 name="Google Shape;24;p4"/>
          <p:cNvSpPr txBox="1">
            <a:spLocks noGrp="1"/>
          </p:cNvSpPr>
          <p:nvPr>
            <p:ph type="body" idx="1"/>
          </p:nvPr>
        </p:nvSpPr>
        <p:spPr>
          <a:xfrm>
            <a:off x="720000" y="1430950"/>
            <a:ext cx="7704000" cy="317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marL="914400" lvl="1" indent="-304800" rtl="0">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marL="1371600" lvl="2"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marL="1828800" lvl="3"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marL="2286000" lvl="4"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marL="2743200" lvl="5"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marL="3200400" lvl="6"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marL="3657600" lvl="7"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marL="4114800" lvl="8" indent="-304800" rtl="0">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3.xml"/><Relationship Id="rId1"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theme" Target="../theme/theme4.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image" Target="../media/image37.png"/><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hyperlink" Target="http://www.presentationgo.com/" TargetMode="Externa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6.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05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Josefin Sans"/>
              <a:buNone/>
              <a:defRPr sz="2500">
                <a:solidFill>
                  <a:schemeClr val="dk1"/>
                </a:solidFill>
                <a:latin typeface="Josefin Sans"/>
                <a:ea typeface="Josefin Sans"/>
                <a:cs typeface="Josefin Sans"/>
                <a:sym typeface="Josefin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56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1pPr>
            <a:lvl2pPr marL="914400" lvl="1"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2pPr>
            <a:lvl3pPr marL="1371600" lvl="2"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3pPr>
            <a:lvl4pPr marL="1828800" lvl="3"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4pPr>
            <a:lvl5pPr marL="2286000" lvl="4"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5pPr>
            <a:lvl6pPr marL="2743200" lvl="5"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6pPr>
            <a:lvl7pPr marL="3200400" lvl="6"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7pPr>
            <a:lvl8pPr marL="3657600" lvl="7"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8pPr>
            <a:lvl9pPr marL="4114800" lvl="8" indent="-317500">
              <a:lnSpc>
                <a:spcPct val="100000"/>
              </a:lnSpc>
              <a:spcBef>
                <a:spcPts val="0"/>
              </a:spcBef>
              <a:spcAft>
                <a:spcPts val="0"/>
              </a:spcAft>
              <a:buClr>
                <a:schemeClr val="accent1"/>
              </a:buClr>
              <a:buSzPts val="1400"/>
              <a:buFont typeface="Quicksand"/>
              <a:buChar char="■"/>
              <a:defRPr>
                <a:solidFill>
                  <a:schemeClr val="accent1"/>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19"/>
        <p:cNvGrpSpPr/>
        <p:nvPr/>
      </p:nvGrpSpPr>
      <p:grpSpPr>
        <a:xfrm>
          <a:off x="0" y="0"/>
          <a:ext cx="0" cy="0"/>
          <a:chOff x="0" y="0"/>
          <a:chExt cx="0" cy="0"/>
        </a:xfrm>
      </p:grpSpPr>
      <p:sp>
        <p:nvSpPr>
          <p:cNvPr id="520" name="Google Shape;520;p6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521" name="Google Shape;521;p6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37" r:id="rId1"/>
    <p:sldLayoutId id="2147483738"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25"/>
        <p:cNvGrpSpPr/>
        <p:nvPr/>
      </p:nvGrpSpPr>
      <p:grpSpPr>
        <a:xfrm>
          <a:off x="0" y="0"/>
          <a:ext cx="0" cy="0"/>
          <a:chOff x="0" y="0"/>
          <a:chExt cx="0" cy="0"/>
        </a:xfrm>
      </p:grpSpPr>
      <p:sp>
        <p:nvSpPr>
          <p:cNvPr id="526" name="Google Shape;526;p6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27" name="Google Shape;527;p6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40" r:id="rId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F3F1FC"/>
            </a:gs>
            <a:gs pos="74000">
              <a:srgbClr val="BFCBD9"/>
            </a:gs>
            <a:gs pos="83000">
              <a:srgbClr val="BFCBD9"/>
            </a:gs>
            <a:gs pos="100000">
              <a:srgbClr val="BFCBD9"/>
            </a:gs>
          </a:gsLst>
          <a:lin ang="2700000" scaled="1"/>
          <a:tileRect/>
        </a:gra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ABCEAB2-FBDF-46DE-8DD3-07B5136284FA}"/>
              </a:ext>
            </a:extLst>
          </p:cNvPr>
          <p:cNvSpPr/>
          <p:nvPr/>
        </p:nvSpPr>
        <p:spPr>
          <a:xfrm>
            <a:off x="1371600" y="1171576"/>
            <a:ext cx="7143750" cy="3416300"/>
          </a:xfrm>
          <a:prstGeom prst="rect">
            <a:avLst/>
          </a:prstGeom>
          <a:effectLst>
            <a:outerShdw blurRad="711200" dist="393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3" name="Rectangle: Rounded Corners 22">
            <a:extLst>
              <a:ext uri="{FF2B5EF4-FFF2-40B4-BE49-F238E27FC236}">
                <a16:creationId xmlns:a16="http://schemas.microsoft.com/office/drawing/2014/main" id="{27E6ECE6-8137-4F41-A6F0-DC9623651236}"/>
              </a:ext>
            </a:extLst>
          </p:cNvPr>
          <p:cNvSpPr/>
          <p:nvPr/>
        </p:nvSpPr>
        <p:spPr>
          <a:xfrm>
            <a:off x="356109" y="356108"/>
            <a:ext cx="8431785" cy="4431285"/>
          </a:xfrm>
          <a:prstGeom prst="roundRect">
            <a:avLst>
              <a:gd name="adj" fmla="val 1770"/>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30" name="Freeform: Shape 29">
            <a:extLst>
              <a:ext uri="{FF2B5EF4-FFF2-40B4-BE49-F238E27FC236}">
                <a16:creationId xmlns:a16="http://schemas.microsoft.com/office/drawing/2014/main" id="{912DC555-B169-430C-85D9-8F1BCAF97743}"/>
              </a:ext>
            </a:extLst>
          </p:cNvPr>
          <p:cNvSpPr/>
          <p:nvPr/>
        </p:nvSpPr>
        <p:spPr>
          <a:xfrm>
            <a:off x="356109" y="354286"/>
            <a:ext cx="8431785" cy="1023223"/>
          </a:xfrm>
          <a:custGeom>
            <a:avLst/>
            <a:gdLst>
              <a:gd name="connsiteX0" fmla="*/ 104578 w 11242380"/>
              <a:gd name="connsiteY0" fmla="*/ 0 h 1364297"/>
              <a:gd name="connsiteX1" fmla="*/ 11137802 w 11242380"/>
              <a:gd name="connsiteY1" fmla="*/ 0 h 1364297"/>
              <a:gd name="connsiteX2" fmla="*/ 11242380 w 11242380"/>
              <a:gd name="connsiteY2" fmla="*/ 104578 h 1364297"/>
              <a:gd name="connsiteX3" fmla="*/ 11242380 w 11242380"/>
              <a:gd name="connsiteY3" fmla="*/ 1364297 h 1364297"/>
              <a:gd name="connsiteX4" fmla="*/ 0 w 11242380"/>
              <a:gd name="connsiteY4" fmla="*/ 1364297 h 1364297"/>
              <a:gd name="connsiteX5" fmla="*/ 0 w 11242380"/>
              <a:gd name="connsiteY5" fmla="*/ 104578 h 1364297"/>
              <a:gd name="connsiteX6" fmla="*/ 104578 w 11242380"/>
              <a:gd name="connsiteY6" fmla="*/ 0 h 1364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42380" h="1364297">
                <a:moveTo>
                  <a:pt x="104578" y="0"/>
                </a:moveTo>
                <a:lnTo>
                  <a:pt x="11137802" y="0"/>
                </a:lnTo>
                <a:cubicBezTo>
                  <a:pt x="11195559" y="0"/>
                  <a:pt x="11242380" y="46821"/>
                  <a:pt x="11242380" y="104578"/>
                </a:cubicBezTo>
                <a:lnTo>
                  <a:pt x="11242380" y="1364297"/>
                </a:lnTo>
                <a:lnTo>
                  <a:pt x="0" y="1364297"/>
                </a:lnTo>
                <a:lnTo>
                  <a:pt x="0" y="104578"/>
                </a:lnTo>
                <a:cubicBezTo>
                  <a:pt x="0" y="46821"/>
                  <a:pt x="46821" y="0"/>
                  <a:pt x="104578" y="0"/>
                </a:cubicBezTo>
                <a:close/>
              </a:path>
            </a:pathLst>
          </a:custGeom>
          <a:gradFill>
            <a:gsLst>
              <a:gs pos="0">
                <a:srgbClr val="33CAFF"/>
              </a:gs>
              <a:gs pos="74000">
                <a:srgbClr val="4C8BFD"/>
              </a:gs>
              <a:gs pos="83000">
                <a:srgbClr val="4C8BFD"/>
              </a:gs>
              <a:gs pos="100000">
                <a:srgbClr val="4C8BF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US" sz="1350"/>
          </a:p>
        </p:txBody>
      </p:sp>
      <p:sp>
        <p:nvSpPr>
          <p:cNvPr id="3" name="Text Placeholder 2"/>
          <p:cNvSpPr>
            <a:spLocks noGrp="1"/>
          </p:cNvSpPr>
          <p:nvPr>
            <p:ph type="body" idx="1"/>
          </p:nvPr>
        </p:nvSpPr>
        <p:spPr>
          <a:xfrm>
            <a:off x="628650" y="1533523"/>
            <a:ext cx="7886700" cy="3246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r>
              <a:rPr lang="en-US"/>
              <a:t>Your Date Here</a:t>
            </a:r>
          </a:p>
        </p:txBody>
      </p:sp>
      <p:sp>
        <p:nvSpPr>
          <p:cNvPr id="5" name="Footer Placeholder 4"/>
          <p:cNvSpPr>
            <a:spLocks noGrp="1"/>
          </p:cNvSpPr>
          <p:nvPr>
            <p:ph type="ftr" sz="quarter" idx="3"/>
          </p:nvPr>
        </p:nvSpPr>
        <p:spPr>
          <a:xfrm>
            <a:off x="3028950" y="4834955"/>
            <a:ext cx="3086100" cy="274637"/>
          </a:xfrm>
          <a:prstGeom prst="rect">
            <a:avLst/>
          </a:prstGeom>
        </p:spPr>
        <p:txBody>
          <a:bodyPr vert="horz" lIns="91440" tIns="45720" rIns="91440" bIns="45720" rtlCol="0" anchor="ctr"/>
          <a:lstStyle>
            <a:lvl1pPr algn="ctr">
              <a:defRPr lang="en-US" sz="1200" smtClean="0">
                <a:solidFill>
                  <a:srgbClr val="5D686E"/>
                </a:solidFill>
              </a:defRPr>
            </a:lvl1pPr>
          </a:lstStyle>
          <a:p>
            <a:r>
              <a:rPr lang="en-US"/>
              <a:t>Your Footer Here</a:t>
            </a:r>
          </a:p>
        </p:txBody>
      </p:sp>
      <p:sp>
        <p:nvSpPr>
          <p:cNvPr id="6" name="Slide Number Placeholder 5"/>
          <p:cNvSpPr>
            <a:spLocks noGrp="1"/>
          </p:cNvSpPr>
          <p:nvPr>
            <p:ph type="sldNum" sz="quarter" idx="4"/>
          </p:nvPr>
        </p:nvSpPr>
        <p:spPr>
          <a:xfrm>
            <a:off x="6457950" y="4834955"/>
            <a:ext cx="2057400" cy="274637"/>
          </a:xfrm>
          <a:prstGeom prst="rect">
            <a:avLst/>
          </a:prstGeom>
        </p:spPr>
        <p:txBody>
          <a:bodyPr vert="horz" lIns="91440" tIns="45720" rIns="91440" bIns="45720" rtlCol="0" anchor="ctr"/>
          <a:lstStyle>
            <a:lvl1pPr>
              <a:defRPr lang="en-US" sz="1200" smtClean="0">
                <a:solidFill>
                  <a:srgbClr val="5D686E"/>
                </a:solidFill>
              </a:defRPr>
            </a:lvl1pPr>
          </a:lstStyle>
          <a:p>
            <a:pPr algn="r"/>
            <a:fld id="{1C0DB9A4-7C00-41BB-B303-4E91C20728DD}" type="slidenum">
              <a:rPr lang="en-US" smtClean="0"/>
              <a:pPr algn="r"/>
              <a:t>‹#›</a:t>
            </a:fld>
            <a:endParaRPr lang="en-US"/>
          </a:p>
        </p:txBody>
      </p:sp>
      <p:sp>
        <p:nvSpPr>
          <p:cNvPr id="2" name="Title Placeholder 1"/>
          <p:cNvSpPr>
            <a:spLocks noGrp="1"/>
          </p:cNvSpPr>
          <p:nvPr>
            <p:ph type="title"/>
          </p:nvPr>
        </p:nvSpPr>
        <p:spPr>
          <a:xfrm>
            <a:off x="628650" y="363856"/>
            <a:ext cx="7886700" cy="1013652"/>
          </a:xfrm>
          <a:prstGeom prst="rect">
            <a:avLst/>
          </a:prstGeom>
        </p:spPr>
        <p:txBody>
          <a:bodyPr vert="horz" lIns="91440" tIns="45720" rIns="91440" bIns="45720" rtlCol="0" anchor="ctr">
            <a:normAutofit/>
          </a:bodyPr>
          <a:lstStyle/>
          <a:p>
            <a:r>
              <a:rPr lang="en-US"/>
              <a:t>Click to edit Master title style</a:t>
            </a:r>
          </a:p>
        </p:txBody>
      </p:sp>
      <p:sp>
        <p:nvSpPr>
          <p:cNvPr id="16" name="Rectangle 15">
            <a:extLst>
              <a:ext uri="{FF2B5EF4-FFF2-40B4-BE49-F238E27FC236}">
                <a16:creationId xmlns:a16="http://schemas.microsoft.com/office/drawing/2014/main" id="{050A3E62-9D04-42CF-968F-5F6E2C124DB8}"/>
              </a:ext>
            </a:extLst>
          </p:cNvPr>
          <p:cNvSpPr/>
          <p:nvPr/>
        </p:nvSpPr>
        <p:spPr>
          <a:xfrm>
            <a:off x="-88899" y="5219701"/>
            <a:ext cx="1564852" cy="261610"/>
          </a:xfrm>
          <a:prstGeom prst="rect">
            <a:avLst/>
          </a:prstGeom>
        </p:spPr>
        <p:txBody>
          <a:bodyPr wrap="none">
            <a:spAutoFit/>
          </a:bodyPr>
          <a:lstStyle/>
          <a:p>
            <a:r>
              <a:rPr lang="en-US" sz="1100" b="0" i="0" dirty="0">
                <a:solidFill>
                  <a:srgbClr val="555555"/>
                </a:solidFill>
                <a:effectLst/>
                <a:latin typeface="Open Sans" panose="020B0606030504020204" pitchFamily="34" charset="0"/>
              </a:rPr>
              <a:t>© </a:t>
            </a:r>
            <a:r>
              <a:rPr lang="en-US" sz="1100" b="0" i="0" u="none" strike="noStrike" dirty="0">
                <a:solidFill>
                  <a:srgbClr val="A5CD28"/>
                </a:solidFill>
                <a:effectLst/>
                <a:latin typeface="Open Sans" panose="020B0606030504020204" pitchFamily="34" charset="0"/>
                <a:hlinkClick r:id="rId14" tooltip="PresentationGo!"/>
              </a:rPr>
              <a:t>presentationgo.com</a:t>
            </a:r>
            <a:endParaRPr lang="en-US" sz="1100" dirty="0"/>
          </a:p>
        </p:txBody>
      </p:sp>
      <p:grpSp>
        <p:nvGrpSpPr>
          <p:cNvPr id="7" name="Group 16">
            <a:extLst>
              <a:ext uri="{FF2B5EF4-FFF2-40B4-BE49-F238E27FC236}">
                <a16:creationId xmlns:a16="http://schemas.microsoft.com/office/drawing/2014/main" id="{B356D5FC-88A6-4DDA-911C-2AF338BB6929}"/>
              </a:ext>
            </a:extLst>
          </p:cNvPr>
          <p:cNvGrpSpPr/>
          <p:nvPr/>
        </p:nvGrpSpPr>
        <p:grpSpPr>
          <a:xfrm>
            <a:off x="-1654908" y="-55353"/>
            <a:ext cx="1556359" cy="520664"/>
            <a:chOff x="-2096383" y="21447"/>
            <a:chExt cx="1556359" cy="694218"/>
          </a:xfrm>
        </p:grpSpPr>
        <p:sp>
          <p:nvSpPr>
            <p:cNvPr id="18" name="TextBox 17">
              <a:extLst>
                <a:ext uri="{FF2B5EF4-FFF2-40B4-BE49-F238E27FC236}">
                  <a16:creationId xmlns:a16="http://schemas.microsoft.com/office/drawing/2014/main" id="{52DEBD7C-F558-4D4F-8E49-929D46967D92}"/>
                </a:ext>
              </a:extLst>
            </p:cNvPr>
            <p:cNvSpPr txBox="1"/>
            <p:nvPr userDrawn="1"/>
          </p:nvSpPr>
          <p:spPr>
            <a:xfrm>
              <a:off x="-2096383" y="21447"/>
              <a:ext cx="369012"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By:</a:t>
              </a:r>
            </a:p>
          </p:txBody>
        </p:sp>
        <p:sp>
          <p:nvSpPr>
            <p:cNvPr id="19" name="TextBox 18">
              <a:extLst>
                <a:ext uri="{FF2B5EF4-FFF2-40B4-BE49-F238E27FC236}">
                  <a16:creationId xmlns:a16="http://schemas.microsoft.com/office/drawing/2014/main" id="{8C9E32DC-7D1B-4F0A-8A94-9976C83581EE}"/>
                </a:ext>
              </a:extLst>
            </p:cNvPr>
            <p:cNvSpPr txBox="1"/>
            <p:nvPr userDrawn="1"/>
          </p:nvSpPr>
          <p:spPr>
            <a:xfrm>
              <a:off x="-1002010" y="387370"/>
              <a:ext cx="461986" cy="328295"/>
            </a:xfrm>
            <a:prstGeom prst="rect">
              <a:avLst/>
            </a:prstGeom>
            <a:noFill/>
          </p:spPr>
          <p:txBody>
            <a:bodyPr wrap="none" rtlCol="0">
              <a:spAutoFit/>
            </a:bodyPr>
            <a:lstStyle/>
            <a:p>
              <a:r>
                <a:rPr lang="en-US" sz="1000" dirty="0">
                  <a:latin typeface="Open Sans" panose="020B0606030504020204" pitchFamily="34" charset="0"/>
                  <a:ea typeface="Open Sans" panose="020B0606030504020204" pitchFamily="34" charset="0"/>
                  <a:cs typeface="Open Sans" panose="020B0606030504020204" pitchFamily="34" charset="0"/>
                </a:rPr>
                <a:t>.com</a:t>
              </a:r>
            </a:p>
          </p:txBody>
        </p:sp>
        <p:pic>
          <p:nvPicPr>
            <p:cNvPr id="20" name="Picture 19">
              <a:extLst>
                <a:ext uri="{FF2B5EF4-FFF2-40B4-BE49-F238E27FC236}">
                  <a16:creationId xmlns:a16="http://schemas.microsoft.com/office/drawing/2014/main" id="{CDF23B40-7BE1-43AB-84F8-8890236A61DB}"/>
                </a:ext>
              </a:extLst>
            </p:cNvPr>
            <p:cNvPicPr>
              <a:picLocks noChangeAspect="1"/>
            </p:cNvPicPr>
            <p:nvPr userDrawn="1"/>
          </p:nvPicPr>
          <p:blipFill>
            <a:blip r:embed="rId15" cstate="print"/>
            <a:stretch>
              <a:fillRect/>
            </a:stretch>
          </p:blipFill>
          <p:spPr>
            <a:xfrm>
              <a:off x="-2018604" y="234547"/>
              <a:ext cx="1405251" cy="185944"/>
            </a:xfrm>
            <a:prstGeom prst="rect">
              <a:avLst/>
            </a:prstGeom>
          </p:spPr>
        </p:pic>
      </p:grpSp>
    </p:spTree>
    <p:extLst>
      <p:ext uri="{BB962C8B-B14F-4D97-AF65-F5344CB8AC3E}">
        <p14:creationId xmlns:p14="http://schemas.microsoft.com/office/powerpoint/2010/main" val="237151270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Lst>
  <p:txStyles>
    <p:titleStyle>
      <a:lvl1pPr algn="l" defTabSz="914378" rtl="0" eaLnBrk="1" latinLnBrk="0" hangingPunct="1">
        <a:lnSpc>
          <a:spcPct val="90000"/>
        </a:lnSpc>
        <a:spcBef>
          <a:spcPct val="0"/>
        </a:spcBef>
        <a:buNone/>
        <a:defRPr sz="4050" kern="1200" cap="all" baseline="0">
          <a:solidFill>
            <a:schemeClr val="bg1"/>
          </a:solidFill>
          <a:latin typeface="+mn-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rgbClr val="5D686E"/>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rgbClr val="5D686E"/>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rgbClr val="5D686E"/>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rgbClr val="5D686E"/>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97E942A-26CB-4FC8-A61F-ED7BAF06B75B}" type="datetimeFigureOut">
              <a:rPr lang="en-US" smtClean="0"/>
              <a:pPr/>
              <a:t>27-May-26</a:t>
            </a:fld>
            <a:endParaRPr 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pPr/>
              <a:t>‹#›</a:t>
            </a:fld>
            <a:endParaRPr lang="en-US"/>
          </a:p>
        </p:txBody>
      </p:sp>
    </p:spTree>
    <p:extLst>
      <p:ext uri="{BB962C8B-B14F-4D97-AF65-F5344CB8AC3E}">
        <p14:creationId xmlns:p14="http://schemas.microsoft.com/office/powerpoint/2010/main" val="4056465630"/>
      </p:ext>
    </p:extLst>
  </p:cSld>
  <p:clrMap bg1="lt1" tx1="dk1" bg2="lt2" tx2="dk2" accent1="accent1" accent2="accent2" accent3="accent3" accent4="accent4" accent5="accent5" accent6="accent6" hlink="hlink" folHlink="folHlink"/>
  <p:sldLayoutIdLst>
    <p:sldLayoutId id="21474837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r>
              <a:rPr lang="en-US"/>
              <a:t>Χειμώνας 2011</a:t>
            </a:r>
            <a:endParaRPr lang="en-US" dirty="0"/>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r>
              <a:rPr lang="en-IN"/>
              <a:t>CS-409: </a:t>
            </a:r>
            <a:r>
              <a:rPr lang="el-GR"/>
              <a:t>Αντικειμενοστρεφής Προγραμματισμος</a:t>
            </a:r>
            <a:endParaRPr lang="en-US"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81A9E46F-7BA3-46CF-8DB8-B01995389C8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4.xml"/><Relationship Id="rId1" Type="http://schemas.openxmlformats.org/officeDocument/2006/relationships/themeOverride" Target="../theme/themeOverride1.xml"/><Relationship Id="rId4" Type="http://schemas.openxmlformats.org/officeDocument/2006/relationships/image" Target="../media/image39.png"/></Relationships>
</file>

<file path=ppt/slides/_rels/slide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84.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84.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84.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84.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84.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84.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84.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84.xml"/><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9.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5.png"/><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209346" y="267494"/>
            <a:ext cx="8749718" cy="1944216"/>
          </a:xfrm>
          <a:prstGeom prst="rect">
            <a:avLst/>
          </a:prstGeom>
          <a:noFill/>
          <a:ln>
            <a:noFill/>
          </a:ln>
        </p:spPr>
        <p:txBody>
          <a:bodyPr lIns="90000" tIns="45000" rIns="90000" bIns="45000" anchor="t">
            <a:noAutofit/>
          </a:bodyPr>
          <a:lstStyle/>
          <a:p>
            <a:pPr>
              <a:lnSpc>
                <a:spcPct val="100000"/>
              </a:lnSpc>
            </a:pPr>
            <a:r>
              <a:rPr lang="en-US" sz="2800" spc="-100" dirty="0">
                <a:solidFill>
                  <a:schemeClr val="tx2"/>
                </a:solidFill>
                <a:latin typeface="Bahnschrift SemiBold" pitchFamily="34" charset="0"/>
                <a:ea typeface="+mj-ea"/>
                <a:cs typeface="+mj-cs"/>
              </a:rPr>
              <a:t>FINAL YEAR RESEARCH PROJECT </a:t>
            </a:r>
          </a:p>
          <a:p>
            <a:pPr algn="ctr">
              <a:lnSpc>
                <a:spcPct val="100000"/>
              </a:lnSpc>
            </a:pPr>
            <a:r>
              <a:rPr lang="en-US" sz="2400" spc="-100" dirty="0">
                <a:solidFill>
                  <a:schemeClr val="tx2"/>
                </a:solidFill>
                <a:latin typeface="Bahnschrift SemiBold" pitchFamily="34" charset="0"/>
                <a:ea typeface="+mj-ea"/>
                <a:cs typeface="+mj-cs"/>
              </a:rPr>
              <a:t>End-Term Presentation</a:t>
            </a:r>
          </a:p>
          <a:p>
            <a:pPr algn="ctr">
              <a:lnSpc>
                <a:spcPct val="100000"/>
              </a:lnSpc>
            </a:pPr>
            <a:br>
              <a:rPr lang="en-US" sz="1100" dirty="0">
                <a:latin typeface="Bebas Neue"/>
              </a:rPr>
            </a:br>
            <a:r>
              <a:rPr lang="en-US" sz="2800" spc="-1" dirty="0">
                <a:solidFill>
                  <a:srgbClr val="572314"/>
                </a:solidFill>
                <a:latin typeface="Bebas Neue"/>
              </a:rPr>
              <a:t>Multimodal Depression detection using speech and linguistic </a:t>
            </a:r>
            <a:r>
              <a:rPr lang="en-US" sz="2800" spc="-1" dirty="0" err="1">
                <a:solidFill>
                  <a:srgbClr val="572314"/>
                </a:solidFill>
                <a:latin typeface="Bebas Neue"/>
              </a:rPr>
              <a:t>behaviour</a:t>
            </a:r>
            <a:r>
              <a:rPr lang="en-US" sz="2800" spc="-1" dirty="0">
                <a:solidFill>
                  <a:srgbClr val="572314"/>
                </a:solidFill>
                <a:latin typeface="Bebas Neue"/>
              </a:rPr>
              <a:t>            analysis across conversational phases</a:t>
            </a:r>
            <a:endParaRPr lang="en-US" sz="2800" b="0" strike="noStrike" spc="-1" dirty="0">
              <a:solidFill>
                <a:srgbClr val="000000"/>
              </a:solidFill>
              <a:latin typeface="Bebas Neue"/>
            </a:endParaRPr>
          </a:p>
        </p:txBody>
      </p:sp>
      <p:sp>
        <p:nvSpPr>
          <p:cNvPr id="95" name="TextShape 2"/>
          <p:cNvSpPr txBox="1"/>
          <p:nvPr/>
        </p:nvSpPr>
        <p:spPr>
          <a:xfrm>
            <a:off x="398612" y="2283718"/>
            <a:ext cx="6400440" cy="647730"/>
          </a:xfrm>
          <a:prstGeom prst="rect">
            <a:avLst/>
          </a:prstGeom>
          <a:noFill/>
          <a:ln>
            <a:noFill/>
          </a:ln>
        </p:spPr>
        <p:txBody>
          <a:bodyPr lIns="90000" tIns="0" rIns="90000" bIns="45000">
            <a:normAutofit fontScale="94000"/>
          </a:bodyPr>
          <a:lstStyle/>
          <a:p>
            <a:pPr marL="27360">
              <a:lnSpc>
                <a:spcPct val="100000"/>
              </a:lnSpc>
              <a:spcBef>
                <a:spcPts val="601"/>
              </a:spcBef>
            </a:pPr>
            <a:r>
              <a:rPr lang="en-IN" sz="1700" b="1" strike="noStrike" spc="-1" dirty="0">
                <a:solidFill>
                  <a:srgbClr val="0070C0"/>
                </a:solidFill>
                <a:latin typeface="Gill Sans MT"/>
              </a:rPr>
              <a:t>Supervised By</a:t>
            </a:r>
            <a:r>
              <a:rPr lang="en-IN" sz="1700" b="1" strike="noStrike" spc="-1" dirty="0">
                <a:solidFill>
                  <a:srgbClr val="361309"/>
                </a:solidFill>
                <a:latin typeface="Gill Sans MT"/>
              </a:rPr>
              <a:t>:</a:t>
            </a:r>
            <a:r>
              <a:rPr lang="en-IN" sz="1700" spc="-1" dirty="0">
                <a:latin typeface="Arial"/>
              </a:rPr>
              <a:t> </a:t>
            </a:r>
            <a:r>
              <a:rPr lang="en-IN" sz="1700" b="1" spc="-1" dirty="0">
                <a:solidFill>
                  <a:srgbClr val="361309"/>
                </a:solidFill>
                <a:latin typeface="Gill Sans MT"/>
              </a:rPr>
              <a:t>Ms. Ruby</a:t>
            </a:r>
            <a:r>
              <a:rPr lang="en-IN" sz="1700" b="1" strike="noStrike" spc="-1" dirty="0">
                <a:solidFill>
                  <a:srgbClr val="361309"/>
                </a:solidFill>
                <a:latin typeface="Gill Sans MT"/>
              </a:rPr>
              <a:t> </a:t>
            </a:r>
            <a:endParaRPr lang="en-IN" sz="1700" b="0" strike="noStrike" spc="-1" dirty="0">
              <a:latin typeface="Arial"/>
            </a:endParaRPr>
          </a:p>
        </p:txBody>
      </p:sp>
      <p:sp>
        <p:nvSpPr>
          <p:cNvPr id="96" name="CustomShape 3"/>
          <p:cNvSpPr/>
          <p:nvPr/>
        </p:nvSpPr>
        <p:spPr>
          <a:xfrm>
            <a:off x="395536" y="2859782"/>
            <a:ext cx="3672408" cy="332253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400" b="1" strike="noStrike" spc="-1" dirty="0">
                <a:solidFill>
                  <a:srgbClr val="0070C0"/>
                </a:solidFill>
                <a:latin typeface="Gill Sans MT"/>
              </a:rPr>
              <a:t>Group No.: 33-14</a:t>
            </a:r>
          </a:p>
          <a:p>
            <a:pPr>
              <a:lnSpc>
                <a:spcPct val="100000"/>
              </a:lnSpc>
            </a:pPr>
            <a:endParaRPr lang="en-IN" sz="1400" b="0" strike="noStrike" spc="-1" dirty="0">
              <a:solidFill>
                <a:srgbClr val="0070C0"/>
              </a:solidFill>
              <a:latin typeface="Arial"/>
            </a:endParaRPr>
          </a:p>
          <a:p>
            <a:pPr marL="342900" indent="-342900">
              <a:lnSpc>
                <a:spcPct val="100000"/>
              </a:lnSpc>
              <a:buAutoNum type="arabicPeriod"/>
            </a:pPr>
            <a:r>
              <a:rPr lang="en-IN" sz="1400" strike="noStrike" spc="-1" dirty="0">
                <a:solidFill>
                  <a:srgbClr val="000000"/>
                </a:solidFill>
                <a:latin typeface="Bebas Neue" panose="020B0606020202050201" pitchFamily="34" charset="0"/>
              </a:rPr>
              <a:t>DEBI PRASAD </a:t>
            </a:r>
            <a:r>
              <a:rPr lang="en-IN" sz="1400" spc="-1" dirty="0">
                <a:solidFill>
                  <a:srgbClr val="000000"/>
                </a:solidFill>
                <a:latin typeface="Bebas Neue" panose="020B0606020202050201" pitchFamily="34" charset="0"/>
              </a:rPr>
              <a:t>NANDA (2241014018)</a:t>
            </a:r>
          </a:p>
          <a:p>
            <a:pPr marL="342900" indent="-342900">
              <a:lnSpc>
                <a:spcPct val="100000"/>
              </a:lnSpc>
              <a:buAutoNum type="arabicPeriod"/>
            </a:pPr>
            <a:r>
              <a:rPr lang="en-IN" sz="1400" spc="-1" dirty="0">
                <a:solidFill>
                  <a:srgbClr val="000000"/>
                </a:solidFill>
                <a:latin typeface="Bebas Neue" panose="020B0606020202050201" pitchFamily="34" charset="0"/>
              </a:rPr>
              <a:t>DEBASISH NANDA (2241014017)</a:t>
            </a:r>
          </a:p>
          <a:p>
            <a:pPr marL="342900" indent="-342900">
              <a:lnSpc>
                <a:spcPct val="100000"/>
              </a:lnSpc>
              <a:buAutoNum type="arabicPeriod"/>
            </a:pPr>
            <a:r>
              <a:rPr lang="en-IN" sz="1400" spc="-1" dirty="0">
                <a:solidFill>
                  <a:srgbClr val="000000"/>
                </a:solidFill>
                <a:latin typeface="Bebas Neue" panose="020B0606020202050201" pitchFamily="34" charset="0"/>
              </a:rPr>
              <a:t>CHANDNA NAYAK (2241014072)</a:t>
            </a:r>
          </a:p>
          <a:p>
            <a:pPr marL="342900" indent="-342900">
              <a:lnSpc>
                <a:spcPct val="100000"/>
              </a:lnSpc>
              <a:buAutoNum type="arabicPeriod"/>
            </a:pPr>
            <a:r>
              <a:rPr lang="en-IN" sz="1400" spc="-1" dirty="0">
                <a:solidFill>
                  <a:srgbClr val="000000"/>
                </a:solidFill>
                <a:latin typeface="Bebas Neue" panose="020B0606020202050201" pitchFamily="34" charset="0"/>
              </a:rPr>
              <a:t>PUSHPAJA PRIYADARSHINI (2241016474)</a:t>
            </a:r>
          </a:p>
          <a:p>
            <a:pPr marL="342900" indent="-342900">
              <a:lnSpc>
                <a:spcPct val="100000"/>
              </a:lnSpc>
              <a:buAutoNum type="arabicPeriod"/>
            </a:pPr>
            <a:r>
              <a:rPr lang="en-IN" sz="1400" spc="-1" dirty="0">
                <a:solidFill>
                  <a:srgbClr val="000000"/>
                </a:solidFill>
                <a:latin typeface="Bebas Neue" panose="020B0606020202050201" pitchFamily="34" charset="0"/>
              </a:rPr>
              <a:t>PRABYASACHI MOHANTY (2241013258)</a:t>
            </a:r>
          </a:p>
          <a:p>
            <a:pPr marL="342900" indent="-342900">
              <a:lnSpc>
                <a:spcPct val="100000"/>
              </a:lnSpc>
              <a:buAutoNum type="arabicPeriod"/>
            </a:pPr>
            <a:endParaRPr lang="en-IN" sz="1400" spc="-1" dirty="0">
              <a:solidFill>
                <a:srgbClr val="000000"/>
              </a:solidFill>
              <a:latin typeface="Bebas Neue" panose="020B0606020202050201" pitchFamily="34" charset="0"/>
            </a:endParaRPr>
          </a:p>
          <a:p>
            <a:pPr marL="342900" indent="-342900">
              <a:lnSpc>
                <a:spcPct val="100000"/>
              </a:lnSpc>
              <a:buAutoNum type="arabicPeriod"/>
            </a:pPr>
            <a:endParaRPr lang="en-IN" sz="1400" b="0" strike="noStrike" spc="-1" dirty="0">
              <a:latin typeface="Bebas Neue" panose="020B0606020202050201" pitchFamily="34" charset="0"/>
            </a:endParaRPr>
          </a:p>
          <a:p>
            <a:pPr>
              <a:lnSpc>
                <a:spcPct val="100000"/>
              </a:lnSpc>
            </a:pPr>
            <a:endParaRPr lang="en-IN" sz="1400" b="0" strike="noStrike" spc="-1" dirty="0">
              <a:latin typeface="Arial"/>
            </a:endParaRPr>
          </a:p>
          <a:p>
            <a:pPr>
              <a:lnSpc>
                <a:spcPct val="100000"/>
              </a:lnSpc>
            </a:pPr>
            <a:endParaRPr lang="en-IN" sz="1400" b="0" strike="noStrike" spc="-1" dirty="0">
              <a:latin typeface="Arial"/>
            </a:endParaRPr>
          </a:p>
          <a:p>
            <a:pPr>
              <a:lnSpc>
                <a:spcPct val="100000"/>
              </a:lnSpc>
            </a:pPr>
            <a:endParaRPr lang="en-US" sz="1400" b="0" strike="noStrike" spc="-1" dirty="0">
              <a:latin typeface="Arial"/>
            </a:endParaRPr>
          </a:p>
          <a:p>
            <a:pPr>
              <a:lnSpc>
                <a:spcPct val="100000"/>
              </a:lnSpc>
            </a:pPr>
            <a:endParaRPr lang="en-US" sz="1400" spc="-1" dirty="0">
              <a:latin typeface="Arial"/>
            </a:endParaRPr>
          </a:p>
          <a:p>
            <a:pPr>
              <a:lnSpc>
                <a:spcPct val="100000"/>
              </a:lnSpc>
            </a:pPr>
            <a:endParaRPr lang="en-US" sz="1400" b="0" strike="noStrike" spc="-1" dirty="0">
              <a:latin typeface="Arial"/>
            </a:endParaRPr>
          </a:p>
          <a:p>
            <a:pPr>
              <a:lnSpc>
                <a:spcPct val="100000"/>
              </a:lnSpc>
            </a:pPr>
            <a:endParaRPr lang="en-IN" sz="1400" b="0" strike="noStrike" spc="-1" dirty="0">
              <a:latin typeface="Arial"/>
            </a:endParaRPr>
          </a:p>
        </p:txBody>
      </p:sp>
      <p:sp>
        <p:nvSpPr>
          <p:cNvPr id="97" name="CustomShape 4"/>
          <p:cNvSpPr/>
          <p:nvPr/>
        </p:nvSpPr>
        <p:spPr>
          <a:xfrm>
            <a:off x="5292080" y="3944752"/>
            <a:ext cx="3728904" cy="1044986"/>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400" b="1" strike="noStrike" spc="-1" dirty="0">
                <a:solidFill>
                  <a:srgbClr val="0070C0"/>
                </a:solidFill>
                <a:latin typeface="Gill Sans MT"/>
              </a:rPr>
              <a:t>Department of Computer Sc. and Engineering</a:t>
            </a:r>
            <a:endParaRPr lang="en-IN" sz="1400" b="1" strike="noStrike" spc="-1" dirty="0">
              <a:solidFill>
                <a:srgbClr val="0070C0"/>
              </a:solidFill>
              <a:latin typeface="Arial"/>
            </a:endParaRPr>
          </a:p>
          <a:p>
            <a:pPr>
              <a:lnSpc>
                <a:spcPct val="100000"/>
              </a:lnSpc>
            </a:pPr>
            <a:r>
              <a:rPr lang="en-IN" sz="1200" b="1" strike="noStrike" spc="-1" dirty="0">
                <a:solidFill>
                  <a:srgbClr val="000000"/>
                </a:solidFill>
                <a:latin typeface="Gill Sans MT"/>
              </a:rPr>
              <a:t>Faculty of Engineering &amp; Technology (ITER)</a:t>
            </a:r>
            <a:endParaRPr lang="en-IN" sz="1200" b="0" strike="noStrike" spc="-1" dirty="0">
              <a:latin typeface="Arial"/>
            </a:endParaRPr>
          </a:p>
          <a:p>
            <a:pPr>
              <a:lnSpc>
                <a:spcPct val="100000"/>
              </a:lnSpc>
            </a:pPr>
            <a:r>
              <a:rPr lang="en-IN" sz="1100" b="1" strike="noStrike" spc="-1" dirty="0">
                <a:solidFill>
                  <a:srgbClr val="000000"/>
                </a:solidFill>
                <a:latin typeface="Gill Sans MT"/>
              </a:rPr>
              <a:t>Siksha ‘O’ </a:t>
            </a:r>
            <a:r>
              <a:rPr lang="en-IN" sz="1100" b="1" strike="noStrike" spc="-1" dirty="0" err="1">
                <a:solidFill>
                  <a:srgbClr val="000000"/>
                </a:solidFill>
                <a:latin typeface="Gill Sans MT"/>
              </a:rPr>
              <a:t>Anusandhan</a:t>
            </a:r>
            <a:r>
              <a:rPr lang="en-IN" sz="1100" b="1" strike="noStrike" spc="-1" dirty="0">
                <a:solidFill>
                  <a:srgbClr val="000000"/>
                </a:solidFill>
                <a:latin typeface="Gill Sans MT"/>
              </a:rPr>
              <a:t> (Deemed to be) University</a:t>
            </a:r>
            <a:r>
              <a:rPr lang="en-IN" sz="1100" b="0" strike="noStrike" spc="-1" dirty="0">
                <a:solidFill>
                  <a:srgbClr val="000000"/>
                </a:solidFill>
                <a:latin typeface="Gill Sans MT"/>
              </a:rPr>
              <a:t> </a:t>
            </a:r>
          </a:p>
          <a:p>
            <a:pPr>
              <a:lnSpc>
                <a:spcPct val="100000"/>
              </a:lnSpc>
            </a:pPr>
            <a:r>
              <a:rPr lang="en-IN" sz="1100" b="1" strike="noStrike" spc="-1" dirty="0">
                <a:solidFill>
                  <a:srgbClr val="000000"/>
                </a:solidFill>
                <a:latin typeface="Gill Sans MT"/>
              </a:rPr>
              <a:t>Bhubaneswar, Odisha</a:t>
            </a:r>
            <a:endParaRPr lang="en-IN" sz="1100" b="0" strike="noStrike" spc="-1" dirty="0">
              <a:latin typeface="Arial"/>
            </a:endParaRPr>
          </a:p>
        </p:txBody>
      </p:sp>
      <p:sp>
        <p:nvSpPr>
          <p:cNvPr id="98" name="TextShape 5"/>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F277BE30-6CD2-45EB-896E-478D60EBC98C}" type="slidenum">
              <a:rPr lang="en-IN" sz="1200" b="0" strike="noStrike" spc="-1">
                <a:solidFill>
                  <a:srgbClr val="B5A989"/>
                </a:solidFill>
                <a:latin typeface="Gill Sans MT"/>
              </a:rPr>
              <a:pPr algn="ctr">
                <a:lnSpc>
                  <a:spcPct val="100000"/>
                </a:lnSpc>
              </a:pPr>
              <a:t>1</a:t>
            </a:fld>
            <a:endParaRPr lang="en-IN" sz="1200" b="0" strike="noStrike" spc="-1">
              <a:latin typeface="Times New Roman"/>
            </a:endParaRPr>
          </a:p>
        </p:txBody>
      </p:sp>
      <p:sp>
        <p:nvSpPr>
          <p:cNvPr id="99" name="CustomShape 6"/>
          <p:cNvSpPr/>
          <p:nvPr/>
        </p:nvSpPr>
        <p:spPr>
          <a:xfrm>
            <a:off x="155520" y="-108270"/>
            <a:ext cx="304560" cy="228420"/>
          </a:xfrm>
          <a:prstGeom prst="rect">
            <a:avLst/>
          </a:prstGeom>
          <a:noFill/>
          <a:ln>
            <a:noFill/>
          </a:ln>
        </p:spPr>
        <p:style>
          <a:lnRef idx="0">
            <a:scrgbClr r="0" g="0" b="0"/>
          </a:lnRef>
          <a:fillRef idx="0">
            <a:scrgbClr r="0" g="0" b="0"/>
          </a:fillRef>
          <a:effectRef idx="0">
            <a:scrgbClr r="0" g="0" b="0"/>
          </a:effectRef>
          <a:fontRef idx="minor"/>
        </p:style>
        <p:txBody>
          <a:bodyPr/>
          <a:lstStyle/>
          <a:p>
            <a:endParaRPr lang="en-IN"/>
          </a:p>
        </p:txBody>
      </p:sp>
      <p:pic>
        <p:nvPicPr>
          <p:cNvPr id="100" name="Picture 3"/>
          <p:cNvPicPr/>
          <p:nvPr/>
        </p:nvPicPr>
        <p:blipFill>
          <a:blip r:embed="rId2" cstate="print"/>
          <a:stretch/>
        </p:blipFill>
        <p:spPr>
          <a:xfrm>
            <a:off x="8172400" y="357480"/>
            <a:ext cx="826880" cy="77411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1" name="TextShape 1"/>
          <p:cNvSpPr txBox="1"/>
          <p:nvPr/>
        </p:nvSpPr>
        <p:spPr>
          <a:xfrm>
            <a:off x="617894" y="73712"/>
            <a:ext cx="8361928" cy="768142"/>
          </a:xfrm>
          <a:prstGeom prst="rect">
            <a:avLst/>
          </a:prstGeom>
          <a:noFill/>
          <a:ln>
            <a:noFill/>
          </a:ln>
        </p:spPr>
        <p:txBody>
          <a:bodyPr lIns="90000" tIns="45000" rIns="90000" bIns="45000" anchor="ctr">
            <a:normAutofit fontScale="29000" lnSpcReduction="20000"/>
          </a:bodyPr>
          <a:lstStyle/>
          <a:p>
            <a:pPr>
              <a:lnSpc>
                <a:spcPct val="100000"/>
              </a:lnSpc>
            </a:pPr>
            <a:endParaRPr lang="en-US" sz="4700" b="1" strike="noStrike" spc="-1" dirty="0">
              <a:solidFill>
                <a:srgbClr val="572314"/>
              </a:solidFill>
              <a:latin typeface="Times New Roman" pitchFamily="18" charset="0"/>
              <a:cs typeface="Times New Roman" pitchFamily="18" charset="0"/>
            </a:endParaRPr>
          </a:p>
          <a:p>
            <a:pPr>
              <a:lnSpc>
                <a:spcPct val="100000"/>
              </a:lnSpc>
            </a:pPr>
            <a:r>
              <a:rPr lang="en-US" sz="7700" b="1" strike="noStrike" spc="-1" dirty="0">
                <a:solidFill>
                  <a:srgbClr val="572314"/>
                </a:solidFill>
                <a:latin typeface="Times New Roman" pitchFamily="18" charset="0"/>
                <a:cs typeface="Times New Roman" pitchFamily="18" charset="0"/>
              </a:rPr>
              <a:t>Presentation Outline</a:t>
            </a:r>
            <a:br>
              <a:rPr dirty="0">
                <a:latin typeface="Times New Roman" pitchFamily="18" charset="0"/>
                <a:cs typeface="Times New Roman" pitchFamily="18" charset="0"/>
              </a:rPr>
            </a:br>
            <a:endParaRPr lang="en-US" sz="4300" b="0" strike="noStrike" spc="-1" dirty="0">
              <a:solidFill>
                <a:srgbClr val="000000"/>
              </a:solidFill>
              <a:latin typeface="Times New Roman" pitchFamily="18" charset="0"/>
              <a:cs typeface="Times New Roman" pitchFamily="18" charset="0"/>
            </a:endParaRPr>
          </a:p>
        </p:txBody>
      </p:sp>
      <p:sp>
        <p:nvSpPr>
          <p:cNvPr id="102" name="TextShape 2"/>
          <p:cNvSpPr txBox="1"/>
          <p:nvPr/>
        </p:nvSpPr>
        <p:spPr>
          <a:xfrm>
            <a:off x="755576" y="600782"/>
            <a:ext cx="8086564" cy="4320480"/>
          </a:xfrm>
          <a:prstGeom prst="rect">
            <a:avLst/>
          </a:prstGeom>
          <a:noFill/>
          <a:ln>
            <a:noFill/>
          </a:ln>
        </p:spPr>
        <p:txBody>
          <a:bodyPr lIns="90000" tIns="45000" rIns="90000" bIns="45000">
            <a:noAutofit/>
          </a:bodyPr>
          <a:lstStyle/>
          <a:p>
            <a:pPr marL="365760" indent="-282960">
              <a:spcBef>
                <a:spcPts val="601"/>
              </a:spcBef>
              <a:buClr>
                <a:srgbClr val="3891A7"/>
              </a:buClr>
              <a:buSzPct val="80000"/>
              <a:buFont typeface="Wingdings" charset="2"/>
              <a:buChar char=""/>
            </a:pPr>
            <a:r>
              <a:rPr lang="en-US" sz="1600" spc="-1" dirty="0">
                <a:latin typeface="Gill Sans MT"/>
              </a:rPr>
              <a:t>Problem Statement &amp; Motivations</a:t>
            </a:r>
          </a:p>
          <a:p>
            <a:pPr marL="822960" lvl="1" indent="-282960">
              <a:spcBef>
                <a:spcPts val="601"/>
              </a:spcBef>
              <a:buClr>
                <a:srgbClr val="3891A7"/>
              </a:buClr>
              <a:buSzPct val="80000"/>
              <a:buFont typeface="Wingdings" charset="2"/>
              <a:buChar char=""/>
            </a:pPr>
            <a:r>
              <a:rPr lang="en-US" sz="1400" spc="-1" dirty="0">
                <a:latin typeface="Gill Sans MT"/>
              </a:rPr>
              <a:t>Problem Statement</a:t>
            </a:r>
          </a:p>
          <a:p>
            <a:pPr marL="822960" lvl="1" indent="-282960">
              <a:spcBef>
                <a:spcPts val="601"/>
              </a:spcBef>
              <a:buClr>
                <a:srgbClr val="3891A7"/>
              </a:buClr>
              <a:buSzPct val="80000"/>
              <a:buFont typeface="Wingdings" charset="2"/>
              <a:buChar char=""/>
            </a:pPr>
            <a:r>
              <a:rPr lang="en-US" sz="1400" spc="-1" dirty="0">
                <a:latin typeface="Gill Sans MT"/>
              </a:rPr>
              <a:t>Motivations</a:t>
            </a:r>
          </a:p>
          <a:p>
            <a:pPr marL="365760" indent="-282960">
              <a:spcBef>
                <a:spcPts val="601"/>
              </a:spcBef>
              <a:buClr>
                <a:srgbClr val="3891A7"/>
              </a:buClr>
              <a:buSzPct val="80000"/>
              <a:buFont typeface="Wingdings" charset="2"/>
              <a:buChar char=""/>
            </a:pPr>
            <a:r>
              <a:rPr lang="en-US" sz="1600" spc="-1" dirty="0">
                <a:latin typeface="Gill Sans MT"/>
              </a:rPr>
              <a:t>Literature Review</a:t>
            </a:r>
          </a:p>
          <a:p>
            <a:pPr marL="822960" lvl="1" indent="-282960">
              <a:spcBef>
                <a:spcPts val="601"/>
              </a:spcBef>
              <a:buClr>
                <a:srgbClr val="3891A7"/>
              </a:buClr>
              <a:buSzPct val="80000"/>
              <a:buFont typeface="Wingdings" charset="2"/>
              <a:buChar char=""/>
            </a:pPr>
            <a:r>
              <a:rPr lang="en-IN" sz="1400" spc="-1" dirty="0">
                <a:solidFill>
                  <a:srgbClr val="000000"/>
                </a:solidFill>
                <a:latin typeface="Gill Sans MT"/>
              </a:rPr>
              <a:t>Existing Solutions &amp; Limitations </a:t>
            </a:r>
          </a:p>
          <a:p>
            <a:pPr marL="365760" indent="-282960">
              <a:spcBef>
                <a:spcPts val="601"/>
              </a:spcBef>
              <a:buClr>
                <a:srgbClr val="3891A7"/>
              </a:buClr>
              <a:buSzPct val="80000"/>
              <a:buFont typeface="Wingdings" charset="2"/>
              <a:buChar char=""/>
            </a:pPr>
            <a:r>
              <a:rPr lang="en-US" sz="1600" spc="-1" dirty="0">
                <a:latin typeface="Gill Sans MT"/>
              </a:rPr>
              <a:t>Proposed Methodology &amp; Approach </a:t>
            </a:r>
          </a:p>
          <a:p>
            <a:pPr marL="365760" indent="-282960">
              <a:spcBef>
                <a:spcPts val="601"/>
              </a:spcBef>
              <a:buClr>
                <a:srgbClr val="3891A7"/>
              </a:buClr>
              <a:buSzPct val="80000"/>
              <a:buFont typeface="Wingdings" charset="2"/>
              <a:buChar char=""/>
            </a:pPr>
            <a:r>
              <a:rPr lang="en-IN" sz="1600" spc="-1" dirty="0">
                <a:latin typeface="Gill Sans MT"/>
              </a:rPr>
              <a:t>Key Components/Modules &amp; Algorithms Used</a:t>
            </a:r>
            <a:endParaRPr lang="en-US" sz="1600" spc="-1" dirty="0">
              <a:latin typeface="Gill Sans MT"/>
            </a:endParaRPr>
          </a:p>
          <a:p>
            <a:pPr marL="365760" indent="-282960">
              <a:spcBef>
                <a:spcPts val="601"/>
              </a:spcBef>
              <a:buClr>
                <a:srgbClr val="3891A7"/>
              </a:buClr>
              <a:buSzPct val="80000"/>
              <a:buFont typeface="Wingdings" charset="2"/>
              <a:buChar char=""/>
            </a:pPr>
            <a:r>
              <a:rPr lang="en-IN" sz="1600" spc="-1" dirty="0">
                <a:latin typeface="Gill Sans MT"/>
              </a:rPr>
              <a:t>Dataset(s) &amp; Tools/Technologies</a:t>
            </a:r>
          </a:p>
          <a:p>
            <a:pPr marL="365760" indent="-282960">
              <a:spcBef>
                <a:spcPts val="601"/>
              </a:spcBef>
              <a:buClr>
                <a:srgbClr val="3891A7"/>
              </a:buClr>
              <a:buSzPct val="80000"/>
              <a:buFont typeface="Wingdings" charset="2"/>
              <a:buChar char=""/>
            </a:pPr>
            <a:r>
              <a:rPr lang="en-US" sz="1600" spc="-1" dirty="0">
                <a:latin typeface="Gill Sans MT"/>
              </a:rPr>
              <a:t>Experimentation</a:t>
            </a:r>
          </a:p>
          <a:p>
            <a:pPr marL="822960" lvl="1" indent="-282960">
              <a:spcBef>
                <a:spcPts val="601"/>
              </a:spcBef>
              <a:buClr>
                <a:srgbClr val="3891A7"/>
              </a:buClr>
              <a:buSzPct val="80000"/>
              <a:buFont typeface="Wingdings" charset="2"/>
              <a:buChar char=""/>
            </a:pPr>
            <a:r>
              <a:rPr lang="en-US" sz="1400" spc="-1" dirty="0">
                <a:latin typeface="Gill Sans MT"/>
              </a:rPr>
              <a:t>System Specification </a:t>
            </a:r>
          </a:p>
          <a:p>
            <a:pPr marL="822960" lvl="1" indent="-282960">
              <a:spcBef>
                <a:spcPts val="601"/>
              </a:spcBef>
              <a:buClr>
                <a:srgbClr val="3891A7"/>
              </a:buClr>
              <a:buSzPct val="80000"/>
              <a:buFont typeface="Wingdings" charset="2"/>
              <a:buChar char=""/>
            </a:pPr>
            <a:r>
              <a:rPr lang="en-US" sz="1400" spc="-1" dirty="0">
                <a:latin typeface="Gill Sans MT"/>
              </a:rPr>
              <a:t>Experimental Results </a:t>
            </a:r>
          </a:p>
          <a:p>
            <a:pPr marL="822960" lvl="1" indent="-282960">
              <a:spcBef>
                <a:spcPts val="601"/>
              </a:spcBef>
              <a:buClr>
                <a:srgbClr val="3891A7"/>
              </a:buClr>
              <a:buSzPct val="80000"/>
              <a:buFont typeface="Wingdings" charset="2"/>
              <a:buChar char=""/>
            </a:pPr>
            <a:r>
              <a:rPr lang="en-US" sz="1400" spc="-1" dirty="0">
                <a:latin typeface="Gill Sans MT"/>
              </a:rPr>
              <a:t>Performance Analysis</a:t>
            </a:r>
            <a:endParaRPr lang="en-IN" sz="1400" spc="-1" dirty="0">
              <a:latin typeface="Gill Sans MT"/>
            </a:endParaRPr>
          </a:p>
          <a:p>
            <a:pPr marL="365760" indent="-282960">
              <a:spcBef>
                <a:spcPts val="601"/>
              </a:spcBef>
              <a:buClr>
                <a:srgbClr val="3891A7"/>
              </a:buClr>
              <a:buSzPct val="80000"/>
              <a:buFont typeface="Wingdings" charset="2"/>
              <a:buChar char=""/>
            </a:pPr>
            <a:r>
              <a:rPr lang="en-US" sz="1600" spc="-1" dirty="0">
                <a:latin typeface="Gill Sans MT"/>
              </a:rPr>
              <a:t>Conclusion and Future Scope</a:t>
            </a:r>
          </a:p>
          <a:p>
            <a:pPr marL="365760" lvl="1" indent="-282960">
              <a:spcBef>
                <a:spcPts val="601"/>
              </a:spcBef>
              <a:buClr>
                <a:srgbClr val="3891A7"/>
              </a:buClr>
              <a:buSzPct val="80000"/>
              <a:buFont typeface="Wingdings" charset="2"/>
              <a:buChar char=""/>
            </a:pPr>
            <a:r>
              <a:rPr lang="da-DK" sz="1600" spc="-1" dirty="0">
                <a:latin typeface="Gill Sans MT"/>
              </a:rPr>
              <a:t>References</a:t>
            </a:r>
            <a:endParaRPr lang="en-US" sz="1600" spc="-1" dirty="0">
              <a:latin typeface="Gill Sans MT"/>
            </a:endParaRPr>
          </a:p>
        </p:txBody>
      </p:sp>
      <p:sp>
        <p:nvSpPr>
          <p:cNvPr id="103"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98A15F4-BA1A-4DF0-8C36-812FE3A649CD}" type="slidenum">
              <a:rPr lang="en-IN" sz="1200" b="0" strike="noStrike" spc="-1">
                <a:solidFill>
                  <a:srgbClr val="B5A989"/>
                </a:solidFill>
                <a:latin typeface="Gill Sans MT"/>
              </a:rPr>
              <a:pPr algn="ctr">
                <a:lnSpc>
                  <a:spcPct val="100000"/>
                </a:lnSpc>
              </a:pPr>
              <a:t>2</a:t>
            </a:fld>
            <a:endParaRPr lang="en-IN" sz="1200" b="0" strike="noStrike" spc="-1">
              <a:latin typeface="Times New Roman"/>
            </a:endParaRPr>
          </a:p>
        </p:txBody>
      </p:sp>
      <p:pic>
        <p:nvPicPr>
          <p:cNvPr id="104" name="Picture 2"/>
          <p:cNvPicPr/>
          <p:nvPr/>
        </p:nvPicPr>
        <p:blipFill>
          <a:blip r:embed="rId4" cstate="print"/>
          <a:stretch/>
        </p:blipFill>
        <p:spPr>
          <a:xfrm>
            <a:off x="8207896" y="0"/>
            <a:ext cx="936104" cy="915566"/>
          </a:xfrm>
          <a:prstGeom prst="rect">
            <a:avLst/>
          </a:prstGeom>
          <a:ln>
            <a:noFill/>
          </a:ln>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80212" y="206010"/>
            <a:ext cx="8361928" cy="856980"/>
          </a:xfrm>
          <a:prstGeom prst="rect">
            <a:avLst/>
          </a:prstGeom>
          <a:noFill/>
          <a:ln>
            <a:noFill/>
          </a:ln>
        </p:spPr>
        <p:txBody>
          <a:bodyPr lIns="90000" tIns="45000" rIns="90000" bIns="45000" anchor="ctr">
            <a:noAutofit/>
          </a:bodyPr>
          <a:lstStyle/>
          <a:p>
            <a:pPr>
              <a:lnSpc>
                <a:spcPct val="100000"/>
              </a:lnSpc>
            </a:pPr>
            <a:r>
              <a:rPr lang="en-US" sz="2800" b="1" spc="-1" dirty="0">
                <a:solidFill>
                  <a:srgbClr val="572314"/>
                </a:solidFill>
                <a:latin typeface="Times New Roman" pitchFamily="18" charset="0"/>
                <a:cs typeface="Times New Roman" pitchFamily="18" charset="0"/>
              </a:rPr>
              <a:t>Problem Statement</a:t>
            </a:r>
          </a:p>
        </p:txBody>
      </p:sp>
      <p:sp>
        <p:nvSpPr>
          <p:cNvPr id="106" name="TextShape 2"/>
          <p:cNvSpPr txBox="1"/>
          <p:nvPr/>
        </p:nvSpPr>
        <p:spPr>
          <a:xfrm>
            <a:off x="428596" y="1085940"/>
            <a:ext cx="8504804" cy="3600180"/>
          </a:xfrm>
          <a:prstGeom prst="rect">
            <a:avLst/>
          </a:prstGeom>
          <a:noFill/>
          <a:ln>
            <a:noFill/>
          </a:ln>
        </p:spPr>
        <p:txBody>
          <a:bodyPr lIns="90000" tIns="45000" rIns="90000" bIns="45000">
            <a:noAutofit/>
          </a:bodyPr>
          <a:lstStyle/>
          <a:p>
            <a:pPr marL="285750" indent="-285750">
              <a:buFont typeface="Arial" panose="020B0604020202020204" pitchFamily="34" charset="0"/>
              <a:buChar char="•"/>
            </a:pPr>
            <a:r>
              <a:rPr lang="en-US" sz="1600" spc="-1" dirty="0">
                <a:solidFill>
                  <a:srgbClr val="000000"/>
                </a:solidFill>
                <a:latin typeface="Gill Sans MT"/>
              </a:rPr>
              <a:t>Depression is a serious and widespread mental health disorder that often remains undiagnosed or untreated.</a:t>
            </a:r>
          </a:p>
          <a:p>
            <a:endParaRPr lang="en-US" sz="1600" spc="-1" dirty="0">
              <a:solidFill>
                <a:srgbClr val="000000"/>
              </a:solidFill>
              <a:latin typeface="Gill Sans MT"/>
            </a:endParaRPr>
          </a:p>
          <a:p>
            <a:pPr marL="285750" indent="-285750">
              <a:buFont typeface="Arial" panose="020B0604020202020204" pitchFamily="34" charset="0"/>
              <a:buChar char="•"/>
            </a:pPr>
            <a:r>
              <a:rPr lang="en-US" sz="1600" spc="-1" dirty="0">
                <a:solidFill>
                  <a:srgbClr val="000000"/>
                </a:solidFill>
                <a:latin typeface="Gill Sans MT"/>
              </a:rPr>
              <a:t>Traditional diagnosis relies on clinical assessments, which are time-consuming, subjective, and require expert intervention.</a:t>
            </a:r>
          </a:p>
          <a:p>
            <a:endParaRPr lang="en-US" sz="1600" spc="-1" dirty="0">
              <a:solidFill>
                <a:srgbClr val="000000"/>
              </a:solidFill>
              <a:latin typeface="Gill Sans MT"/>
            </a:endParaRPr>
          </a:p>
          <a:p>
            <a:pPr marL="285750" indent="-285750">
              <a:buFont typeface="Arial" panose="020B0604020202020204" pitchFamily="34" charset="0"/>
              <a:buChar char="•"/>
            </a:pPr>
            <a:r>
              <a:rPr lang="en-US" sz="1600" spc="-1" dirty="0">
                <a:solidFill>
                  <a:srgbClr val="000000"/>
                </a:solidFill>
                <a:latin typeface="Gill Sans MT"/>
              </a:rPr>
              <a:t>There is a growing need for automated and scalable systems that can detect depression early by analyzing behavioral signals such as speech patterns and linguistic expressions.</a:t>
            </a:r>
          </a:p>
          <a:p>
            <a:r>
              <a:rPr lang="en-US" sz="2800" spc="-1" dirty="0">
                <a:solidFill>
                  <a:srgbClr val="000000"/>
                </a:solidFill>
                <a:latin typeface="Gill Sans MT"/>
              </a:rPr>
              <a:t>	</a:t>
            </a:r>
            <a:endParaRPr lang="en-US" sz="2800" b="0" strike="noStrike" spc="-1" dirty="0">
              <a:solidFill>
                <a:srgbClr val="000000"/>
              </a:solidFill>
              <a:latin typeface="Gill Sans MT"/>
            </a:endParaRPr>
          </a:p>
          <a:p>
            <a:endParaRPr lang="en-US" sz="2800" b="0" strike="noStrike" spc="-1" dirty="0">
              <a:solidFill>
                <a:srgbClr val="000000"/>
              </a:solidFill>
              <a:latin typeface="Gill Sans MT"/>
            </a:endParaRPr>
          </a:p>
          <a:p>
            <a:pPr marL="402480">
              <a:lnSpc>
                <a:spcPct val="100000"/>
              </a:lnSpc>
              <a:spcBef>
                <a:spcPts val="550"/>
              </a:spcBef>
            </a:pPr>
            <a:endParaRPr lang="en-US" sz="2800" b="0" strike="noStrike" spc="-1" dirty="0">
              <a:solidFill>
                <a:srgbClr val="000000"/>
              </a:solidFill>
              <a:latin typeface="Gill Sans MT"/>
            </a:endParaRPr>
          </a:p>
          <a:p>
            <a:pPr>
              <a:lnSpc>
                <a:spcPct val="100000"/>
              </a:lnSpc>
              <a:spcBef>
                <a:spcPts val="601"/>
              </a:spcBef>
            </a:pPr>
            <a:endParaRPr lang="en-US" sz="2800" b="0" strike="noStrike" spc="-1" dirty="0">
              <a:solidFill>
                <a:srgbClr val="000000"/>
              </a:solidFill>
              <a:latin typeface="Gill Sans MT"/>
            </a:endParaRPr>
          </a:p>
        </p:txBody>
      </p:sp>
      <p:sp>
        <p:nvSpPr>
          <p:cNvPr id="107"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6524399E-7446-4F74-B823-A4CC295C522F}" type="slidenum">
              <a:rPr lang="en-IN" sz="1200" b="0" strike="noStrike" spc="-1">
                <a:solidFill>
                  <a:srgbClr val="B5A989"/>
                </a:solidFill>
                <a:latin typeface="Gill Sans MT"/>
              </a:rPr>
              <a:pPr algn="ctr">
                <a:lnSpc>
                  <a:spcPct val="100000"/>
                </a:lnSpc>
              </a:pPr>
              <a:t>3</a:t>
            </a:fld>
            <a:endParaRPr lang="en-IN" sz="1200" b="0" strike="noStrike" spc="-1">
              <a:latin typeface="Times New Roman"/>
            </a:endParaRPr>
          </a:p>
        </p:txBody>
      </p:sp>
      <p:pic>
        <p:nvPicPr>
          <p:cNvPr id="108" name="Picture 2"/>
          <p:cNvPicPr/>
          <p:nvPr/>
        </p:nvPicPr>
        <p:blipFill>
          <a:blip r:embed="rId2" cstate="print"/>
          <a:stretch/>
        </p:blipFill>
        <p:spPr>
          <a:xfrm>
            <a:off x="8173832" y="-15663"/>
            <a:ext cx="970168" cy="915566"/>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480212" y="206010"/>
            <a:ext cx="8361928" cy="856980"/>
          </a:xfrm>
          <a:prstGeom prst="rect">
            <a:avLst/>
          </a:prstGeom>
          <a:noFill/>
          <a:ln>
            <a:noFill/>
          </a:ln>
        </p:spPr>
        <p:txBody>
          <a:bodyPr lIns="90000" tIns="45000" rIns="90000" bIns="45000" anchor="ctr">
            <a:noAutofit/>
          </a:bodyPr>
          <a:lstStyle/>
          <a:p>
            <a:r>
              <a:rPr lang="en-US" sz="2800" b="1" spc="-1" dirty="0">
                <a:solidFill>
                  <a:srgbClr val="572314"/>
                </a:solidFill>
                <a:latin typeface="Times New Roman" pitchFamily="18" charset="0"/>
                <a:cs typeface="Times New Roman" pitchFamily="18" charset="0"/>
              </a:rPr>
              <a:t>Motivations</a:t>
            </a:r>
          </a:p>
        </p:txBody>
      </p:sp>
      <p:sp>
        <p:nvSpPr>
          <p:cNvPr id="106" name="TextShape 2"/>
          <p:cNvSpPr txBox="1"/>
          <p:nvPr/>
        </p:nvSpPr>
        <p:spPr>
          <a:xfrm>
            <a:off x="428596" y="1085940"/>
            <a:ext cx="8504804" cy="3600180"/>
          </a:xfrm>
          <a:prstGeom prst="rect">
            <a:avLst/>
          </a:prstGeom>
          <a:noFill/>
          <a:ln>
            <a:noFill/>
          </a:ln>
        </p:spPr>
        <p:txBody>
          <a:bodyPr lIns="90000" tIns="45000" rIns="90000" bIns="45000">
            <a:noAutofit/>
          </a:bodyPr>
          <a:lstStyle/>
          <a:p>
            <a:pPr marL="285750" indent="-285750">
              <a:buFont typeface="Arial" panose="020B0604020202020204" pitchFamily="34" charset="0"/>
              <a:buChar char="•"/>
            </a:pPr>
            <a:r>
              <a:rPr lang="en-US" sz="1600" spc="-1" dirty="0">
                <a:solidFill>
                  <a:srgbClr val="000000"/>
                </a:solidFill>
                <a:latin typeface="Gill Sans MT"/>
              </a:rPr>
              <a:t>Early detection of depression can help prevent severe psychological and social consequences  </a:t>
            </a:r>
          </a:p>
          <a:p>
            <a:pPr marL="285750" indent="-285750">
              <a:buFont typeface="Arial" panose="020B0604020202020204" pitchFamily="34" charset="0"/>
              <a:buChar char="•"/>
            </a:pPr>
            <a:r>
              <a:rPr lang="en-US" sz="1600" spc="-1" dirty="0">
                <a:solidFill>
                  <a:srgbClr val="000000"/>
                </a:solidFill>
                <a:latin typeface="Gill Sans MT"/>
              </a:rPr>
              <a:t>Speech and language patterns provide valuable insights into an individual’s mental state  </a:t>
            </a:r>
          </a:p>
          <a:p>
            <a:pPr marL="285750" indent="-285750">
              <a:buFont typeface="Arial" panose="020B0604020202020204" pitchFamily="34" charset="0"/>
              <a:buChar char="•"/>
            </a:pPr>
            <a:r>
              <a:rPr lang="en-US" sz="1600" spc="-1" dirty="0">
                <a:solidFill>
                  <a:srgbClr val="000000"/>
                </a:solidFill>
                <a:latin typeface="Gill Sans MT"/>
              </a:rPr>
              <a:t>The availability of conversational datasets enables large-scale automated analysis  </a:t>
            </a:r>
          </a:p>
          <a:p>
            <a:pPr marL="285750" indent="-285750">
              <a:buFont typeface="Arial" panose="020B0604020202020204" pitchFamily="34" charset="0"/>
              <a:buChar char="•"/>
            </a:pPr>
            <a:r>
              <a:rPr lang="en-US" sz="1600" spc="-1" dirty="0">
                <a:solidFill>
                  <a:srgbClr val="000000"/>
                </a:solidFill>
                <a:latin typeface="Gill Sans MT"/>
              </a:rPr>
              <a:t>AI-based systems can assist clinicians by providing objective and scalable mental health assessment tools </a:t>
            </a:r>
          </a:p>
          <a:p>
            <a:endParaRPr lang="en-US" sz="1600" b="0" strike="noStrike" spc="-1" dirty="0">
              <a:solidFill>
                <a:srgbClr val="000000"/>
              </a:solidFill>
              <a:latin typeface="Gill Sans MT"/>
            </a:endParaRPr>
          </a:p>
          <a:p>
            <a:endParaRPr lang="en-US" sz="1600" b="0" strike="noStrike" spc="-1" dirty="0">
              <a:solidFill>
                <a:srgbClr val="000000"/>
              </a:solidFill>
              <a:latin typeface="Gill Sans MT"/>
            </a:endParaRPr>
          </a:p>
          <a:p>
            <a:endParaRPr lang="en-US" sz="1600" b="0" strike="noStrike" spc="-1" dirty="0">
              <a:solidFill>
                <a:srgbClr val="000000"/>
              </a:solidFill>
              <a:latin typeface="Gill Sans MT"/>
            </a:endParaRPr>
          </a:p>
          <a:p>
            <a:pPr marL="402480">
              <a:lnSpc>
                <a:spcPct val="100000"/>
              </a:lnSpc>
              <a:spcBef>
                <a:spcPts val="550"/>
              </a:spcBef>
            </a:pPr>
            <a:endParaRPr lang="en-US" sz="1600" b="0" strike="noStrike" spc="-1" dirty="0">
              <a:solidFill>
                <a:srgbClr val="000000"/>
              </a:solidFill>
              <a:latin typeface="Gill Sans MT"/>
            </a:endParaRPr>
          </a:p>
          <a:p>
            <a:pPr>
              <a:lnSpc>
                <a:spcPct val="100000"/>
              </a:lnSpc>
              <a:spcBef>
                <a:spcPts val="601"/>
              </a:spcBef>
            </a:pPr>
            <a:endParaRPr lang="en-US" sz="1600" b="0" strike="noStrike" spc="-1" dirty="0">
              <a:solidFill>
                <a:srgbClr val="000000"/>
              </a:solidFill>
              <a:latin typeface="Gill Sans MT"/>
            </a:endParaRPr>
          </a:p>
        </p:txBody>
      </p:sp>
      <p:sp>
        <p:nvSpPr>
          <p:cNvPr id="107" name="TextShape 3"/>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6524399E-7446-4F74-B823-A4CC295C522F}" type="slidenum">
              <a:rPr lang="en-IN" sz="1200" b="0" strike="noStrike" spc="-1">
                <a:solidFill>
                  <a:srgbClr val="B5A989"/>
                </a:solidFill>
                <a:latin typeface="Gill Sans MT"/>
              </a:rPr>
              <a:pPr algn="ctr">
                <a:lnSpc>
                  <a:spcPct val="100000"/>
                </a:lnSpc>
              </a:pPr>
              <a:t>4</a:t>
            </a:fld>
            <a:endParaRPr lang="en-IN" sz="1200" b="0" strike="noStrike" spc="-1">
              <a:latin typeface="Times New Roman"/>
            </a:endParaRPr>
          </a:p>
        </p:txBody>
      </p:sp>
      <p:pic>
        <p:nvPicPr>
          <p:cNvPr id="108" name="Picture 2"/>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148145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Shape 1">
            <a:extLst>
              <a:ext uri="{FF2B5EF4-FFF2-40B4-BE49-F238E27FC236}">
                <a16:creationId xmlns:a16="http://schemas.microsoft.com/office/drawing/2014/main" id="{A725D25B-51E8-E50A-388B-AE5EC03B8E1B}"/>
              </a:ext>
            </a:extLst>
          </p:cNvPr>
          <p:cNvSpPr txBox="1"/>
          <p:nvPr/>
        </p:nvSpPr>
        <p:spPr>
          <a:xfrm>
            <a:off x="107504" y="-61167"/>
            <a:ext cx="8290490" cy="412355"/>
          </a:xfrm>
          <a:prstGeom prst="rect">
            <a:avLst/>
          </a:prstGeom>
          <a:noFill/>
          <a:ln>
            <a:noFill/>
          </a:ln>
        </p:spPr>
        <p:txBody>
          <a:bodyPr lIns="90000" tIns="45000" rIns="90000" bIns="45000" anchor="ctr">
            <a:normAutofit fontScale="25000" lnSpcReduction="20000"/>
          </a:bodyPr>
          <a:lstStyle/>
          <a:p>
            <a:pPr>
              <a:lnSpc>
                <a:spcPct val="100000"/>
              </a:lnSpc>
            </a:pPr>
            <a:br>
              <a:rPr dirty="0"/>
            </a:br>
            <a:r>
              <a:rPr lang="en-US" sz="11200" b="1" spc="-1" dirty="0">
                <a:solidFill>
                  <a:srgbClr val="572314"/>
                </a:solidFill>
                <a:latin typeface="Times New Roman" pitchFamily="18" charset="0"/>
                <a:cs typeface="Times New Roman" pitchFamily="18" charset="0"/>
              </a:rPr>
              <a:t>Literature Review</a:t>
            </a:r>
          </a:p>
        </p:txBody>
      </p:sp>
      <p:sp>
        <p:nvSpPr>
          <p:cNvPr id="10" name="TextShape 3">
            <a:extLst>
              <a:ext uri="{FF2B5EF4-FFF2-40B4-BE49-F238E27FC236}">
                <a16:creationId xmlns:a16="http://schemas.microsoft.com/office/drawing/2014/main" id="{0E5327BD-9B35-1BE1-3983-E8BD75674878}"/>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28F5C0C-45A4-465E-8315-A9258DDEFD0F}" type="slidenum">
              <a:rPr lang="en-IN" sz="1200" b="0" strike="noStrike" spc="-1">
                <a:solidFill>
                  <a:srgbClr val="B5A989"/>
                </a:solidFill>
                <a:latin typeface="Gill Sans MT"/>
              </a:rPr>
              <a:pPr algn="ctr">
                <a:lnSpc>
                  <a:spcPct val="100000"/>
                </a:lnSpc>
              </a:pPr>
              <a:t>5</a:t>
            </a:fld>
            <a:endParaRPr lang="en-IN" sz="1200" b="0" strike="noStrike" spc="-1">
              <a:latin typeface="Times New Roman"/>
            </a:endParaRPr>
          </a:p>
        </p:txBody>
      </p:sp>
      <p:pic>
        <p:nvPicPr>
          <p:cNvPr id="11" name="Picture 2">
            <a:extLst>
              <a:ext uri="{FF2B5EF4-FFF2-40B4-BE49-F238E27FC236}">
                <a16:creationId xmlns:a16="http://schemas.microsoft.com/office/drawing/2014/main" id="{5AB59364-C07C-3856-1CA8-B3E79D4213DD}"/>
              </a:ext>
            </a:extLst>
          </p:cNvPr>
          <p:cNvPicPr/>
          <p:nvPr/>
        </p:nvPicPr>
        <p:blipFill>
          <a:blip r:embed="rId2" cstate="print"/>
          <a:stretch/>
        </p:blipFill>
        <p:spPr>
          <a:xfrm>
            <a:off x="8166976" y="0"/>
            <a:ext cx="977024" cy="915566"/>
          </a:xfrm>
          <a:prstGeom prst="rect">
            <a:avLst/>
          </a:prstGeom>
          <a:ln>
            <a:noFill/>
          </a:ln>
        </p:spPr>
      </p:pic>
      <p:sp>
        <p:nvSpPr>
          <p:cNvPr id="12" name="TextBox 11">
            <a:extLst>
              <a:ext uri="{FF2B5EF4-FFF2-40B4-BE49-F238E27FC236}">
                <a16:creationId xmlns:a16="http://schemas.microsoft.com/office/drawing/2014/main" id="{49877988-C40E-5A17-8F1D-344BA4A9FA88}"/>
              </a:ext>
            </a:extLst>
          </p:cNvPr>
          <p:cNvSpPr txBox="1"/>
          <p:nvPr/>
        </p:nvSpPr>
        <p:spPr>
          <a:xfrm>
            <a:off x="303672" y="519540"/>
            <a:ext cx="6500576" cy="461665"/>
          </a:xfrm>
          <a:prstGeom prst="rect">
            <a:avLst/>
          </a:prstGeom>
          <a:noFill/>
        </p:spPr>
        <p:txBody>
          <a:bodyPr wrap="square" rtlCol="0">
            <a:spAutoFit/>
          </a:bodyPr>
          <a:lstStyle/>
          <a:p>
            <a:r>
              <a:rPr lang="en-US" sz="1200" dirty="0"/>
              <a:t>Table 1:Summary of Existing Approaches and Research </a:t>
            </a:r>
            <a:r>
              <a:rPr lang="en-IN" sz="1200" dirty="0"/>
              <a:t>Limitations</a:t>
            </a:r>
          </a:p>
          <a:p>
            <a:endParaRPr lang="en-IN" sz="1200" dirty="0"/>
          </a:p>
        </p:txBody>
      </p:sp>
      <p:graphicFrame>
        <p:nvGraphicFramePr>
          <p:cNvPr id="13" name="Table 12">
            <a:extLst>
              <a:ext uri="{FF2B5EF4-FFF2-40B4-BE49-F238E27FC236}">
                <a16:creationId xmlns:a16="http://schemas.microsoft.com/office/drawing/2014/main" id="{E5C22365-C040-6116-611F-AE255ED80EF1}"/>
              </a:ext>
            </a:extLst>
          </p:cNvPr>
          <p:cNvGraphicFramePr>
            <a:graphicFrameLocks noGrp="1"/>
          </p:cNvGraphicFramePr>
          <p:nvPr>
            <p:extLst>
              <p:ext uri="{D42A27DB-BD31-4B8C-83A1-F6EECF244321}">
                <p14:modId xmlns:p14="http://schemas.microsoft.com/office/powerpoint/2010/main" val="1333609206"/>
              </p:ext>
            </p:extLst>
          </p:nvPr>
        </p:nvGraphicFramePr>
        <p:xfrm>
          <a:off x="384120" y="1046844"/>
          <a:ext cx="8229600" cy="3435480"/>
        </p:xfrm>
        <a:graphic>
          <a:graphicData uri="http://schemas.openxmlformats.org/drawingml/2006/table">
            <a:tbl>
              <a:tblPr/>
              <a:tblGrid>
                <a:gridCol w="587480">
                  <a:extLst>
                    <a:ext uri="{9D8B030D-6E8A-4147-A177-3AD203B41FA5}">
                      <a16:colId xmlns:a16="http://schemas.microsoft.com/office/drawing/2014/main" val="3455526793"/>
                    </a:ext>
                  </a:extLst>
                </a:gridCol>
                <a:gridCol w="1122458">
                  <a:extLst>
                    <a:ext uri="{9D8B030D-6E8A-4147-A177-3AD203B41FA5}">
                      <a16:colId xmlns:a16="http://schemas.microsoft.com/office/drawing/2014/main" val="2283490085"/>
                    </a:ext>
                  </a:extLst>
                </a:gridCol>
                <a:gridCol w="2181644">
                  <a:extLst>
                    <a:ext uri="{9D8B030D-6E8A-4147-A177-3AD203B41FA5}">
                      <a16:colId xmlns:a16="http://schemas.microsoft.com/office/drawing/2014/main" val="3991953281"/>
                    </a:ext>
                  </a:extLst>
                </a:gridCol>
                <a:gridCol w="825487">
                  <a:extLst>
                    <a:ext uri="{9D8B030D-6E8A-4147-A177-3AD203B41FA5}">
                      <a16:colId xmlns:a16="http://schemas.microsoft.com/office/drawing/2014/main" val="2883266699"/>
                    </a:ext>
                  </a:extLst>
                </a:gridCol>
                <a:gridCol w="1631051">
                  <a:extLst>
                    <a:ext uri="{9D8B030D-6E8A-4147-A177-3AD203B41FA5}">
                      <a16:colId xmlns:a16="http://schemas.microsoft.com/office/drawing/2014/main" val="2851084725"/>
                    </a:ext>
                  </a:extLst>
                </a:gridCol>
                <a:gridCol w="1881480">
                  <a:extLst>
                    <a:ext uri="{9D8B030D-6E8A-4147-A177-3AD203B41FA5}">
                      <a16:colId xmlns:a16="http://schemas.microsoft.com/office/drawing/2014/main" val="3574824554"/>
                    </a:ext>
                  </a:extLst>
                </a:gridCol>
              </a:tblGrid>
              <a:tr h="372778">
                <a:tc>
                  <a:txBody>
                    <a:bodyPr/>
                    <a:lstStyle/>
                    <a:p>
                      <a:pPr algn="ctr" fontAlgn="ctr">
                        <a:buNone/>
                      </a:pPr>
                      <a:r>
                        <a:rPr lang="en-US" sz="1100" b="1" i="0" u="none" strike="noStrike" dirty="0">
                          <a:solidFill>
                            <a:srgbClr val="000000"/>
                          </a:solidFill>
                          <a:effectLst/>
                          <a:latin typeface="Calibri" panose="020F0502020204030204" pitchFamily="34" charset="0"/>
                        </a:rPr>
                        <a:t>S. 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Author &amp; Year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Methods/Techniques Used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Dataset Used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Calibri" panose="020F0502020204030204" pitchFamily="34" charset="0"/>
                        </a:rPr>
                        <a:t>Research Outcomes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Findings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0252693"/>
                  </a:ext>
                </a:extLst>
              </a:tr>
              <a:tr h="1002920">
                <a:tc>
                  <a:txBody>
                    <a:bodyPr/>
                    <a:lstStyle/>
                    <a:p>
                      <a:pPr algn="ctr" fontAlgn="ctr">
                        <a:buNone/>
                      </a:pPr>
                      <a:r>
                        <a:rPr lang="en-US" sz="1100" b="1" i="0" u="none" strike="noStrike" dirty="0">
                          <a:solidFill>
                            <a:srgbClr val="000000"/>
                          </a:solidFill>
                          <a:effectLst/>
                          <a:latin typeface="Calibri" panose="020F0502020204030204" pitchFamily="34" charset="0"/>
                        </a:rPr>
                        <a:t>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Gong &amp; </a:t>
                      </a:r>
                      <a:r>
                        <a:rPr lang="en-US" sz="11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Poellabauer</a:t>
                      </a:r>
                      <a:r>
                        <a:rPr lang="en-US"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(2017)</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Feature Extraction: Topic Modeling (context-aware segmentation)Classification: Multimodal feature vector + feature selection</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DAIC-WOZ dataset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Improved performance over baseline methods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Captures temporal/contextual details effectively; limited by small sample size and feature dimensionality issues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5636731"/>
                  </a:ext>
                </a:extLst>
              </a:tr>
              <a:tr h="1002920">
                <a:tc>
                  <a:txBody>
                    <a:bodyPr/>
                    <a:lstStyle/>
                    <a:p>
                      <a:pPr algn="ctr" fontAlgn="ctr">
                        <a:buNone/>
                      </a:pPr>
                      <a:r>
                        <a:rPr lang="en-US" sz="1100" b="1" i="0" u="none" strike="noStrike" dirty="0">
                          <a:solidFill>
                            <a:srgbClr val="000000"/>
                          </a:solidFill>
                          <a:effectLst/>
                          <a:latin typeface="Calibri" panose="020F0502020204030204" pitchFamily="34" charset="0"/>
                        </a:rPr>
                        <a:t>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Park &amp; Moon (2022)</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Feature Extraction: BERT-CNN (text), CNN-</a:t>
                      </a:r>
                      <a:r>
                        <a:rPr lang="en-US" sz="1100" b="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BiLSTM</a:t>
                      </a: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(audio)Classification: Attention-based multimodal fusion</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DAIC-WOZ dataset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Improved accuracy over single-modal models</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Attention-based fusion improves accuracy; still dependent on quality of preprocessing and multimodal alignment</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421161"/>
                  </a:ext>
                </a:extLst>
              </a:tr>
              <a:tr h="1002920">
                <a:tc>
                  <a:txBody>
                    <a:bodyPr/>
                    <a:lstStyle/>
                    <a:p>
                      <a:pPr algn="ctr" fontAlgn="ctr">
                        <a:buNone/>
                      </a:pPr>
                      <a:r>
                        <a:rPr lang="en-US" sz="1100" b="1" i="0" u="none" strike="noStrike" dirty="0">
                          <a:solidFill>
                            <a:srgbClr val="000000"/>
                          </a:solidFill>
                          <a:effectLst/>
                          <a:latin typeface="Calibri" panose="020F0502020204030204" pitchFamily="34" charset="0"/>
                        </a:rPr>
                        <a:t>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Guo et al. (2022)</a:t>
                      </a:r>
                    </a:p>
                    <a:p>
                      <a:pPr algn="l" fontAlgn="ctr">
                        <a:buNone/>
                      </a:pPr>
                      <a:endParaRPr lang="en-US" sz="1100" b="0"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Feature Extraction: Transformer-based (</a:t>
                      </a:r>
                      <a:r>
                        <a:rPr lang="en-US" sz="1100" b="0" i="0" u="none" strike="noStrike" dirty="0" err="1">
                          <a:solidFill>
                            <a:srgbClr val="000000"/>
                          </a:solidFill>
                          <a:effectLst/>
                          <a:latin typeface="Calibri" panose="020F0502020204030204" pitchFamily="34" charset="0"/>
                        </a:rPr>
                        <a:t>RoBERTa</a:t>
                      </a:r>
                      <a:r>
                        <a:rPr lang="en-US" sz="1100" b="0" i="0" u="none" strike="noStrike" dirty="0">
                          <a:solidFill>
                            <a:srgbClr val="000000"/>
                          </a:solidFill>
                          <a:effectLst/>
                          <a:latin typeface="Calibri" panose="020F0502020204030204" pitchFamily="34" charset="0"/>
                        </a:rPr>
                        <a:t>, wav2vec 2.0) with Topic Attention Classification: Two-branch multimodal transformer with late fusion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DAIC-WOZ dataset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Accuracy: 90%+ (reported improvement) </a:t>
                      </a:r>
                    </a:p>
                    <a:p>
                      <a:pPr algn="l" fontAlgn="ctr">
                        <a:buNone/>
                      </a:pPr>
                      <a:r>
                        <a:rPr lang="en-US" sz="1100" b="0" i="0" u="none" strike="noStrike" dirty="0">
                          <a:solidFill>
                            <a:srgbClr val="000000"/>
                          </a:solidFill>
                          <a:effectLst/>
                          <a:latin typeface="Calibri" panose="020F0502020204030204" pitchFamily="34" charset="0"/>
                        </a:rPr>
                        <a:t>Recall: Improved via attention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Effective use of topic-level attention improves detection; handles data scarcity using pre-trained models but still limited by small dataset size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95008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554BE-FF0C-E58B-7414-9A0430385D79}"/>
            </a:ext>
          </a:extLst>
        </p:cNvPr>
        <p:cNvGrpSpPr/>
        <p:nvPr/>
      </p:nvGrpSpPr>
      <p:grpSpPr>
        <a:xfrm>
          <a:off x="0" y="0"/>
          <a:ext cx="0" cy="0"/>
          <a:chOff x="0" y="0"/>
          <a:chExt cx="0" cy="0"/>
        </a:xfrm>
      </p:grpSpPr>
      <p:sp>
        <p:nvSpPr>
          <p:cNvPr id="4" name="TextShape 3">
            <a:extLst>
              <a:ext uri="{FF2B5EF4-FFF2-40B4-BE49-F238E27FC236}">
                <a16:creationId xmlns:a16="http://schemas.microsoft.com/office/drawing/2014/main" id="{0546CCE4-A81E-FFA0-8A57-68D95F8F7027}"/>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528F5C0C-45A4-465E-8315-A9258DDEFD0F}" type="slidenum">
              <a:rPr lang="en-IN" sz="1200" b="0" strike="noStrike" spc="-1">
                <a:solidFill>
                  <a:srgbClr val="B5A989"/>
                </a:solidFill>
                <a:latin typeface="Gill Sans MT"/>
              </a:rPr>
              <a:pPr algn="ctr">
                <a:lnSpc>
                  <a:spcPct val="100000"/>
                </a:lnSpc>
              </a:pPr>
              <a:t>6</a:t>
            </a:fld>
            <a:endParaRPr lang="en-IN" sz="1200" b="0" strike="noStrike" spc="-1">
              <a:latin typeface="Times New Roman"/>
            </a:endParaRPr>
          </a:p>
        </p:txBody>
      </p:sp>
      <p:graphicFrame>
        <p:nvGraphicFramePr>
          <p:cNvPr id="5" name="Table 4">
            <a:extLst>
              <a:ext uri="{FF2B5EF4-FFF2-40B4-BE49-F238E27FC236}">
                <a16:creationId xmlns:a16="http://schemas.microsoft.com/office/drawing/2014/main" id="{0827836C-8FE1-D54D-C175-354CF90A4AA3}"/>
              </a:ext>
            </a:extLst>
          </p:cNvPr>
          <p:cNvGraphicFramePr>
            <a:graphicFrameLocks noGrp="1"/>
          </p:cNvGraphicFramePr>
          <p:nvPr>
            <p:extLst>
              <p:ext uri="{D42A27DB-BD31-4B8C-83A1-F6EECF244321}">
                <p14:modId xmlns:p14="http://schemas.microsoft.com/office/powerpoint/2010/main" val="799138819"/>
              </p:ext>
            </p:extLst>
          </p:nvPr>
        </p:nvGraphicFramePr>
        <p:xfrm>
          <a:off x="384120" y="627534"/>
          <a:ext cx="8229600" cy="4421874"/>
        </p:xfrm>
        <a:graphic>
          <a:graphicData uri="http://schemas.openxmlformats.org/drawingml/2006/table">
            <a:tbl>
              <a:tblPr/>
              <a:tblGrid>
                <a:gridCol w="587480">
                  <a:extLst>
                    <a:ext uri="{9D8B030D-6E8A-4147-A177-3AD203B41FA5}">
                      <a16:colId xmlns:a16="http://schemas.microsoft.com/office/drawing/2014/main" val="3455526793"/>
                    </a:ext>
                  </a:extLst>
                </a:gridCol>
                <a:gridCol w="1122458">
                  <a:extLst>
                    <a:ext uri="{9D8B030D-6E8A-4147-A177-3AD203B41FA5}">
                      <a16:colId xmlns:a16="http://schemas.microsoft.com/office/drawing/2014/main" val="2283490085"/>
                    </a:ext>
                  </a:extLst>
                </a:gridCol>
                <a:gridCol w="2181644">
                  <a:extLst>
                    <a:ext uri="{9D8B030D-6E8A-4147-A177-3AD203B41FA5}">
                      <a16:colId xmlns:a16="http://schemas.microsoft.com/office/drawing/2014/main" val="3991953281"/>
                    </a:ext>
                  </a:extLst>
                </a:gridCol>
                <a:gridCol w="825487">
                  <a:extLst>
                    <a:ext uri="{9D8B030D-6E8A-4147-A177-3AD203B41FA5}">
                      <a16:colId xmlns:a16="http://schemas.microsoft.com/office/drawing/2014/main" val="2883266699"/>
                    </a:ext>
                  </a:extLst>
                </a:gridCol>
                <a:gridCol w="1631051">
                  <a:extLst>
                    <a:ext uri="{9D8B030D-6E8A-4147-A177-3AD203B41FA5}">
                      <a16:colId xmlns:a16="http://schemas.microsoft.com/office/drawing/2014/main" val="2851084725"/>
                    </a:ext>
                  </a:extLst>
                </a:gridCol>
                <a:gridCol w="1881480">
                  <a:extLst>
                    <a:ext uri="{9D8B030D-6E8A-4147-A177-3AD203B41FA5}">
                      <a16:colId xmlns:a16="http://schemas.microsoft.com/office/drawing/2014/main" val="3574824554"/>
                    </a:ext>
                  </a:extLst>
                </a:gridCol>
              </a:tblGrid>
              <a:tr h="746897">
                <a:tc>
                  <a:txBody>
                    <a:bodyPr/>
                    <a:lstStyle/>
                    <a:p>
                      <a:pPr algn="ctr" fontAlgn="ctr">
                        <a:buNone/>
                      </a:pPr>
                      <a:r>
                        <a:rPr lang="en-US" sz="1100" b="1" i="0" u="none" strike="noStrike" dirty="0">
                          <a:solidFill>
                            <a:srgbClr val="000000"/>
                          </a:solidFill>
                          <a:effectLst/>
                          <a:latin typeface="Calibri" panose="020F0502020204030204" pitchFamily="34" charset="0"/>
                        </a:rPr>
                        <a:t>S. 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Author &amp; Year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Methods/Techniques Used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Dataset Used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Calibri" panose="020F0502020204030204" pitchFamily="34" charset="0"/>
                        </a:rPr>
                        <a:t>Research Outcomes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1" i="0" u="none" strike="noStrike" dirty="0">
                          <a:solidFill>
                            <a:srgbClr val="000000"/>
                          </a:solidFill>
                          <a:effectLst/>
                          <a:latin typeface="Calibri" panose="020F0502020204030204" pitchFamily="34" charset="0"/>
                        </a:rPr>
                        <a:t>Findings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7389868"/>
                  </a:ext>
                </a:extLst>
              </a:tr>
              <a:tr h="673209">
                <a:tc>
                  <a:txBody>
                    <a:bodyPr/>
                    <a:lstStyle/>
                    <a:p>
                      <a:pPr algn="ctr" fontAlgn="ctr">
                        <a:buNone/>
                      </a:pPr>
                      <a:r>
                        <a:rPr lang="en-US" sz="1100" b="1" i="0" u="none" strike="noStrike" dirty="0">
                          <a:solidFill>
                            <a:srgbClr val="000000"/>
                          </a:solidFill>
                          <a:effectLst/>
                          <a:latin typeface="Calibri" panose="020F0502020204030204" pitchFamily="34" charset="0"/>
                        </a:rPr>
                        <a:t>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Yoo &amp; Oh (2023)</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Feature Extraction: CNN (audio), Transformer (text)Classification: Tensor Fusion Network + LSTM</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DAIC-WOZ dataset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Moderate improvement (no exact metrics provided)</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Fusion of text and voice improves detection; lacks detailed quantitative evaluation and scalability analysis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0252693"/>
                  </a:ext>
                </a:extLst>
              </a:tr>
              <a:tr h="886057">
                <a:tc>
                  <a:txBody>
                    <a:bodyPr/>
                    <a:lstStyle/>
                    <a:p>
                      <a:pPr algn="ctr" fontAlgn="ctr">
                        <a:buNone/>
                      </a:pPr>
                      <a:r>
                        <a:rPr lang="en-US" sz="1100" b="1" i="0" u="none" strike="noStrike" dirty="0">
                          <a:solidFill>
                            <a:srgbClr val="000000"/>
                          </a:solidFill>
                          <a:effectLst/>
                          <a:latin typeface="Calibri" panose="020F0502020204030204" pitchFamily="34" charset="0"/>
                        </a:rPr>
                        <a:t>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err="1">
                          <a:solidFill>
                            <a:srgbClr val="000000"/>
                          </a:solidFill>
                          <a:effectLst/>
                          <a:latin typeface="Calibri" panose="020F0502020204030204" pitchFamily="34" charset="0"/>
                        </a:rPr>
                        <a:t>Nykoniuk</a:t>
                      </a:r>
                      <a:r>
                        <a:rPr lang="en-US" sz="1100" b="0" i="0" u="none" strike="noStrike" dirty="0">
                          <a:solidFill>
                            <a:srgbClr val="000000"/>
                          </a:solidFill>
                          <a:effectLst/>
                          <a:latin typeface="Calibri" panose="020F0502020204030204" pitchFamily="34" charset="0"/>
                        </a:rPr>
                        <a:t> et al. (2025)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Feature Extraction: CNN + Bi-LSTM + Self-Attention Classification: Early and Late Fusion models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DAIC-WOZ, EDAIC-WOZ datasets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Accuracy: 86%</a:t>
                      </a:r>
                    </a:p>
                    <a:p>
                      <a:pPr algn="l" fontAlgn="ctr">
                        <a:buNone/>
                      </a:pPr>
                      <a:r>
                        <a:rPr lang="en-US" sz="1100" b="0" i="0" u="none" strike="noStrike" dirty="0">
                          <a:solidFill>
                            <a:srgbClr val="000000"/>
                          </a:solidFill>
                          <a:effectLst/>
                          <a:latin typeface="Calibri" panose="020F0502020204030204" pitchFamily="34" charset="0"/>
                        </a:rPr>
                        <a:t>F1 Score: 0.79</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Early fusion performs better; multimodal improves accuracy but dataset imbalance affects reliability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5636731"/>
                  </a:ext>
                </a:extLst>
              </a:tr>
              <a:tr h="886057">
                <a:tc>
                  <a:txBody>
                    <a:bodyPr/>
                    <a:lstStyle/>
                    <a:p>
                      <a:pPr algn="ctr" fontAlgn="ctr">
                        <a:buNone/>
                      </a:pPr>
                      <a:r>
                        <a:rPr lang="en-US" sz="1100" b="1" i="0" u="none" strike="noStrike" dirty="0">
                          <a:solidFill>
                            <a:srgbClr val="000000"/>
                          </a:solidFill>
                          <a:effectLst/>
                          <a:latin typeface="Calibri" panose="020F0502020204030204" pitchFamily="34" charset="0"/>
                        </a:rPr>
                        <a:t>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Xu et al. (2025)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Feature Extraction: BERT (text), wav2vec 2.0 (audio)Classification: Bi-LSTM + multi-scale convolution + adaptive pooling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CMDC &amp; DAIC-WOZ datasets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F1 Score: Improved significantly</a:t>
                      </a:r>
                    </a:p>
                    <a:p>
                      <a:pPr algn="l" fontAlgn="ctr">
                        <a:buNone/>
                      </a:pPr>
                      <a:r>
                        <a:rPr lang="en-US" sz="1100" b="0" i="0" u="none" strike="noStrike" dirty="0">
                          <a:solidFill>
                            <a:srgbClr val="000000"/>
                          </a:solidFill>
                          <a:effectLst/>
                          <a:latin typeface="Calibri" panose="020F0502020204030204" pitchFamily="34" charset="0"/>
                        </a:rPr>
                        <a:t>RMSE reduced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Strong cross-modal feature integration; handles multiple datasets but requires large training data and complex architecture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421161"/>
                  </a:ext>
                </a:extLst>
              </a:tr>
              <a:tr h="886057">
                <a:tc>
                  <a:txBody>
                    <a:bodyPr/>
                    <a:lstStyle/>
                    <a:p>
                      <a:pPr algn="ctr" fontAlgn="ctr">
                        <a:buNone/>
                      </a:pPr>
                      <a:r>
                        <a:rPr lang="en-US" sz="1100" b="1" i="0" u="none" strike="noStrike" dirty="0">
                          <a:solidFill>
                            <a:srgbClr val="000000"/>
                          </a:solidFill>
                          <a:effectLst/>
                          <a:latin typeface="Calibri" panose="020F0502020204030204" pitchFamily="34" charset="0"/>
                        </a:rPr>
                        <a:t>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Gan et al. (2025)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Feature Extraction: LLM (</a:t>
                      </a:r>
                      <a:r>
                        <a:rPr lang="en-US" sz="1100" b="0" i="0" u="none" strike="noStrike" dirty="0" err="1">
                          <a:solidFill>
                            <a:srgbClr val="000000"/>
                          </a:solidFill>
                          <a:effectLst/>
                          <a:latin typeface="Calibri" panose="020F0502020204030204" pitchFamily="34" charset="0"/>
                        </a:rPr>
                        <a:t>LLaMA</a:t>
                      </a:r>
                      <a:r>
                        <a:rPr lang="en-US" sz="1100" b="0" i="0" u="none" strike="noStrike" dirty="0">
                          <a:solidFill>
                            <a:srgbClr val="000000"/>
                          </a:solidFill>
                          <a:effectLst/>
                          <a:latin typeface="Calibri" panose="020F0502020204030204" pitchFamily="34" charset="0"/>
                        </a:rPr>
                        <a:t>), Audio processing Classification: Teacher–Student multimodal fusion with attention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DAIC-WOZ dataset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F1 Score</a:t>
                      </a:r>
                      <a:r>
                        <a:rPr lang="en-US" sz="1100" b="0" i="0" u="none" strike="noStrike">
                          <a:solidFill>
                            <a:srgbClr val="000000"/>
                          </a:solidFill>
                          <a:effectLst/>
                          <a:latin typeface="Calibri" panose="020F0502020204030204" pitchFamily="34" charset="0"/>
                        </a:rPr>
                        <a:t>: 0.991</a:t>
                      </a:r>
                      <a:endParaRPr lang="en-US" sz="1100" b="0"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Very high accuracy using teacher-student architecture; strong multimodal fusion but computationally complex and data-dependent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950084"/>
                  </a:ext>
                </a:extLst>
              </a:tr>
            </a:tbl>
          </a:graphicData>
        </a:graphic>
      </p:graphicFrame>
      <p:pic>
        <p:nvPicPr>
          <p:cNvPr id="6" name="Picture 2">
            <a:extLst>
              <a:ext uri="{FF2B5EF4-FFF2-40B4-BE49-F238E27FC236}">
                <a16:creationId xmlns:a16="http://schemas.microsoft.com/office/drawing/2014/main" id="{1FDF4225-AC4B-0994-3E74-64C764162008}"/>
              </a:ext>
            </a:extLst>
          </p:cNvPr>
          <p:cNvPicPr/>
          <p:nvPr/>
        </p:nvPicPr>
        <p:blipFill>
          <a:blip r:embed="rId2" cstate="print"/>
          <a:stretch/>
        </p:blipFill>
        <p:spPr>
          <a:xfrm>
            <a:off x="8166976" y="0"/>
            <a:ext cx="977024" cy="915566"/>
          </a:xfrm>
          <a:prstGeom prst="rect">
            <a:avLst/>
          </a:prstGeom>
          <a:ln>
            <a:noFill/>
          </a:ln>
        </p:spPr>
      </p:pic>
      <p:sp>
        <p:nvSpPr>
          <p:cNvPr id="7" name="TextShape 1">
            <a:extLst>
              <a:ext uri="{FF2B5EF4-FFF2-40B4-BE49-F238E27FC236}">
                <a16:creationId xmlns:a16="http://schemas.microsoft.com/office/drawing/2014/main" id="{50A72898-23CD-A9BD-81FC-F8697C240C5F}"/>
              </a:ext>
            </a:extLst>
          </p:cNvPr>
          <p:cNvSpPr txBox="1"/>
          <p:nvPr/>
        </p:nvSpPr>
        <p:spPr>
          <a:xfrm>
            <a:off x="107504" y="-61167"/>
            <a:ext cx="8290490" cy="412355"/>
          </a:xfrm>
          <a:prstGeom prst="rect">
            <a:avLst/>
          </a:prstGeom>
          <a:noFill/>
          <a:ln>
            <a:noFill/>
          </a:ln>
        </p:spPr>
        <p:txBody>
          <a:bodyPr lIns="90000" tIns="45000" rIns="90000" bIns="45000" anchor="ctr">
            <a:normAutofit fontScale="25000" lnSpcReduction="20000"/>
          </a:bodyPr>
          <a:lstStyle/>
          <a:p>
            <a:pPr>
              <a:lnSpc>
                <a:spcPct val="100000"/>
              </a:lnSpc>
            </a:pPr>
            <a:br>
              <a:rPr dirty="0"/>
            </a:br>
            <a:r>
              <a:rPr lang="en-US" sz="11200" b="1" spc="-1" dirty="0">
                <a:solidFill>
                  <a:srgbClr val="572314"/>
                </a:solidFill>
                <a:latin typeface="Times New Roman" pitchFamily="18" charset="0"/>
                <a:cs typeface="Times New Roman" pitchFamily="18" charset="0"/>
              </a:rPr>
              <a:t>Literature Review</a:t>
            </a:r>
          </a:p>
        </p:txBody>
      </p:sp>
    </p:spTree>
    <p:extLst>
      <p:ext uri="{BB962C8B-B14F-4D97-AF65-F5344CB8AC3E}">
        <p14:creationId xmlns:p14="http://schemas.microsoft.com/office/powerpoint/2010/main" val="2639987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F9377-90C0-0315-2E0E-D3987B4BB5F7}"/>
            </a:ext>
          </a:extLst>
        </p:cNvPr>
        <p:cNvGrpSpPr/>
        <p:nvPr/>
      </p:nvGrpSpPr>
      <p:grpSpPr>
        <a:xfrm>
          <a:off x="0" y="0"/>
          <a:ext cx="0" cy="0"/>
          <a:chOff x="0" y="0"/>
          <a:chExt cx="0" cy="0"/>
        </a:xfrm>
      </p:grpSpPr>
      <p:sp>
        <p:nvSpPr>
          <p:cNvPr id="6" name="TextShape 1">
            <a:extLst>
              <a:ext uri="{FF2B5EF4-FFF2-40B4-BE49-F238E27FC236}">
                <a16:creationId xmlns:a16="http://schemas.microsoft.com/office/drawing/2014/main" id="{7E31AE12-32C1-B318-AB08-BF15A2C530F4}"/>
              </a:ext>
            </a:extLst>
          </p:cNvPr>
          <p:cNvSpPr txBox="1"/>
          <p:nvPr/>
        </p:nvSpPr>
        <p:spPr>
          <a:xfrm>
            <a:off x="455038" y="58586"/>
            <a:ext cx="8361928" cy="856980"/>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Research Gap &amp; Improvements</a:t>
            </a:r>
          </a:p>
        </p:txBody>
      </p:sp>
      <p:sp>
        <p:nvSpPr>
          <p:cNvPr id="7" name="TextShape 2">
            <a:extLst>
              <a:ext uri="{FF2B5EF4-FFF2-40B4-BE49-F238E27FC236}">
                <a16:creationId xmlns:a16="http://schemas.microsoft.com/office/drawing/2014/main" id="{2DD38269-4EB0-3EF1-1A04-8FD526A16289}"/>
              </a:ext>
            </a:extLst>
          </p:cNvPr>
          <p:cNvSpPr txBox="1"/>
          <p:nvPr/>
        </p:nvSpPr>
        <p:spPr>
          <a:xfrm>
            <a:off x="408774" y="843558"/>
            <a:ext cx="8504804" cy="3600180"/>
          </a:xfrm>
          <a:prstGeom prst="rect">
            <a:avLst/>
          </a:prstGeom>
          <a:noFill/>
          <a:ln>
            <a:noFill/>
          </a:ln>
        </p:spPr>
        <p:txBody>
          <a:bodyPr lIns="90000" tIns="45000" rIns="90000" bIns="45000">
            <a:noAutofit/>
          </a:bodyPr>
          <a:lstStyle/>
          <a:p>
            <a:pPr marL="285750" lvl="0" indent="-285750">
              <a:buFont typeface="Arial" panose="020B0604020202020204" pitchFamily="34" charset="0"/>
              <a:buChar char="•"/>
              <a:defRPr/>
            </a:pPr>
            <a:r>
              <a:rPr lang="en-US" sz="1400" spc="-1" dirty="0">
                <a:solidFill>
                  <a:srgbClr val="000000"/>
                </a:solidFill>
                <a:latin typeface="Gill Sans MT"/>
              </a:rPr>
              <a:t>Most existing approaches treat the entire interview as a single unit for analysis  </a:t>
            </a:r>
          </a:p>
          <a:p>
            <a:pPr marL="285750" lvl="0" indent="-285750">
              <a:buFont typeface="Arial" panose="020B0604020202020204" pitchFamily="34" charset="0"/>
              <a:buChar char="•"/>
              <a:defRPr/>
            </a:pPr>
            <a:r>
              <a:rPr lang="en-US" sz="1400" spc="-1" dirty="0">
                <a:solidFill>
                  <a:srgbClr val="000000"/>
                </a:solidFill>
                <a:latin typeface="Gill Sans MT"/>
              </a:rPr>
              <a:t>This global representation fails to capture temporal variations in speech and behavioral patterns  </a:t>
            </a:r>
          </a:p>
          <a:p>
            <a:pPr marL="285750" lvl="0" indent="-285750">
              <a:buFont typeface="Arial" panose="020B0604020202020204" pitchFamily="34" charset="0"/>
              <a:buChar char="•"/>
              <a:defRPr/>
            </a:pPr>
            <a:r>
              <a:rPr lang="en-US" sz="1400" spc="-1" dirty="0">
                <a:solidFill>
                  <a:srgbClr val="000000"/>
                </a:solidFill>
                <a:latin typeface="Gill Sans MT"/>
              </a:rPr>
              <a:t>Important changes in emotional state, hesitation, and response patterns across different stages of the conversation are overlooked  </a:t>
            </a:r>
          </a:p>
          <a:p>
            <a:pPr marL="285750" lvl="0" indent="-285750">
              <a:buFont typeface="Arial" panose="020B0604020202020204" pitchFamily="34" charset="0"/>
              <a:buChar char="•"/>
              <a:defRPr/>
            </a:pPr>
            <a:r>
              <a:rPr lang="en-US" sz="1400" spc="-1" dirty="0">
                <a:solidFill>
                  <a:srgbClr val="000000"/>
                </a:solidFill>
                <a:latin typeface="Gill Sans MT"/>
              </a:rPr>
              <a:t>As a result, subtle indicators of depression that emerge gradually may not be effectively detected  </a:t>
            </a:r>
          </a:p>
          <a:p>
            <a:pPr lvl="0">
              <a:defRPr/>
            </a:pPr>
            <a:endParaRPr lang="en-US" sz="1400" spc="-1" dirty="0">
              <a:solidFill>
                <a:srgbClr val="000000"/>
              </a:solidFill>
              <a:latin typeface="Gill Sans MT"/>
            </a:endParaRPr>
          </a:p>
          <a:p>
            <a:pPr lvl="0">
              <a:defRPr/>
            </a:pPr>
            <a:endParaRPr lang="en-US" sz="1400" spc="-1" dirty="0">
              <a:solidFill>
                <a:srgbClr val="000000"/>
              </a:solidFill>
              <a:latin typeface="Gill Sans MT"/>
            </a:endParaRPr>
          </a:p>
          <a:p>
            <a:pPr lvl="0">
              <a:defRPr/>
            </a:pPr>
            <a:r>
              <a:rPr lang="en-US" sz="1400" b="1" spc="-1" dirty="0">
                <a:solidFill>
                  <a:srgbClr val="000000"/>
                </a:solidFill>
                <a:latin typeface="Gill Sans MT"/>
              </a:rPr>
              <a:t>Proposed Improvement:</a:t>
            </a:r>
          </a:p>
          <a:p>
            <a:pPr marL="285750" lvl="0" indent="-285750">
              <a:buFont typeface="Arial" panose="020B0604020202020204" pitchFamily="34" charset="0"/>
              <a:buChar char="•"/>
              <a:defRPr/>
            </a:pPr>
            <a:r>
              <a:rPr lang="en-US" sz="1400" spc="-1" dirty="0">
                <a:solidFill>
                  <a:srgbClr val="000000"/>
                </a:solidFill>
                <a:latin typeface="Gill Sans MT"/>
              </a:rPr>
              <a:t>The proposed system analyzes depression across three conversational phases i.e. beginning, middle, and end of the interview. </a:t>
            </a:r>
          </a:p>
          <a:p>
            <a:pPr marL="285750" lvl="0" indent="-285750">
              <a:buFont typeface="Arial" panose="020B0604020202020204" pitchFamily="34" charset="0"/>
              <a:buChar char="•"/>
              <a:defRPr/>
            </a:pPr>
            <a:r>
              <a:rPr lang="en-US" sz="1400" spc="-1" dirty="0">
                <a:solidFill>
                  <a:srgbClr val="000000"/>
                </a:solidFill>
                <a:latin typeface="Gill Sans MT"/>
              </a:rPr>
              <a:t>For each phase, the model generates a depression probability score based on both audio and linguistic features. </a:t>
            </a:r>
          </a:p>
          <a:p>
            <a:pPr marL="285750" lvl="0" indent="-285750">
              <a:buFont typeface="Arial" panose="020B0604020202020204" pitchFamily="34" charset="0"/>
              <a:buChar char="•"/>
              <a:defRPr/>
            </a:pPr>
            <a:r>
              <a:rPr lang="en-US" sz="1400" spc="-1" dirty="0">
                <a:solidFill>
                  <a:srgbClr val="000000"/>
                </a:solidFill>
                <a:latin typeface="Gill Sans MT"/>
              </a:rPr>
              <a:t>These phase-wise scores are then compared to identify in which phase depression indicators are most prominent. </a:t>
            </a:r>
          </a:p>
          <a:p>
            <a:pPr marL="285750" lvl="0" indent="-285750">
              <a:buFont typeface="Arial" panose="020B0604020202020204" pitchFamily="34" charset="0"/>
              <a:buChar char="•"/>
              <a:defRPr/>
            </a:pPr>
            <a:r>
              <a:rPr lang="en-US" sz="1400" spc="-1" dirty="0">
                <a:solidFill>
                  <a:srgbClr val="000000"/>
                </a:solidFill>
                <a:latin typeface="Gill Sans MT"/>
              </a:rPr>
              <a:t>This allows us to understand how depressive behavior evolves during the conversation and determine the phase where depression is most clearly detectable.</a:t>
            </a:r>
          </a:p>
          <a:p>
            <a:pPr lvl="0">
              <a:defRPr/>
            </a:pPr>
            <a:endParaRPr kumimoji="0" lang="en-US" sz="1400" b="0" i="0" u="none" strike="noStrike" kern="1200" cap="none" spc="-1" normalizeH="0" baseline="0" noProof="0" dirty="0">
              <a:ln>
                <a:noFill/>
              </a:ln>
              <a:solidFill>
                <a:srgbClr val="000000"/>
              </a:solidFill>
              <a:effectLst/>
              <a:uLnTx/>
              <a:uFillTx/>
              <a:latin typeface="Gill Sans MT"/>
              <a:ea typeface="+mn-ea"/>
              <a:cs typeface="+mn-cs"/>
            </a:endParaRPr>
          </a:p>
          <a:p>
            <a:pPr lvl="0">
              <a:defRPr/>
            </a:pPr>
            <a:r>
              <a:rPr lang="en-US" sz="1400" i="1" spc="-1" dirty="0">
                <a:solidFill>
                  <a:srgbClr val="000000"/>
                </a:solidFill>
                <a:latin typeface="Gill Sans MT"/>
              </a:rPr>
              <a:t>“We are not just predicting depression, </a:t>
            </a:r>
          </a:p>
          <a:p>
            <a:pPr lvl="0">
              <a:defRPr/>
            </a:pPr>
            <a:r>
              <a:rPr lang="en-US" sz="1400" i="1" spc="-1" dirty="0">
                <a:solidFill>
                  <a:srgbClr val="000000"/>
                </a:solidFill>
                <a:latin typeface="Gill Sans MT"/>
              </a:rPr>
              <a:t>we are analyzing how depression signals change across different phases of the conversation.”</a:t>
            </a:r>
            <a:endParaRPr kumimoji="0" lang="en-US" sz="1400" b="0" i="1" u="none" strike="noStrike" kern="1200" cap="none" spc="-1" normalizeH="0" baseline="0" noProof="0" dirty="0">
              <a:ln>
                <a:noFill/>
              </a:ln>
              <a:solidFill>
                <a:srgbClr val="000000"/>
              </a:solidFill>
              <a:effectLst/>
              <a:uLnTx/>
              <a:uFillTx/>
              <a:latin typeface="Gill Sans MT"/>
              <a:ea typeface="+mn-ea"/>
              <a:cs typeface="+mn-cs"/>
            </a:endParaRPr>
          </a:p>
          <a:p>
            <a:pPr marL="402480" marR="0" lvl="0" indent="0" algn="l" defTabSz="914400" rtl="0" eaLnBrk="1" fontAlgn="auto" latinLnBrk="0" hangingPunct="1">
              <a:lnSpc>
                <a:spcPct val="100000"/>
              </a:lnSpc>
              <a:spcBef>
                <a:spcPts val="55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601"/>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p:txBody>
      </p:sp>
      <p:sp>
        <p:nvSpPr>
          <p:cNvPr id="8" name="TextShape 3">
            <a:extLst>
              <a:ext uri="{FF2B5EF4-FFF2-40B4-BE49-F238E27FC236}">
                <a16:creationId xmlns:a16="http://schemas.microsoft.com/office/drawing/2014/main" id="{454564DA-C2AD-FB98-6A8F-FD9EDBBEB6FA}"/>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9" name="Picture 2">
            <a:extLst>
              <a:ext uri="{FF2B5EF4-FFF2-40B4-BE49-F238E27FC236}">
                <a16:creationId xmlns:a16="http://schemas.microsoft.com/office/drawing/2014/main" id="{282EE60E-1386-CA8D-E070-3A59EC6E094C}"/>
              </a:ext>
            </a:extLst>
          </p:cNvPr>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1253464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783AA-D488-E647-AEF1-BF90E53B6541}"/>
            </a:ext>
          </a:extLst>
        </p:cNvPr>
        <p:cNvGrpSpPr/>
        <p:nvPr/>
      </p:nvGrpSpPr>
      <p:grpSpPr>
        <a:xfrm>
          <a:off x="0" y="0"/>
          <a:ext cx="0" cy="0"/>
          <a:chOff x="0" y="0"/>
          <a:chExt cx="0" cy="0"/>
        </a:xfrm>
      </p:grpSpPr>
      <p:sp>
        <p:nvSpPr>
          <p:cNvPr id="11" name="TextShape 1">
            <a:extLst>
              <a:ext uri="{FF2B5EF4-FFF2-40B4-BE49-F238E27FC236}">
                <a16:creationId xmlns:a16="http://schemas.microsoft.com/office/drawing/2014/main" id="{1DAC021D-1774-73E1-EC7F-67EFB8429CCD}"/>
              </a:ext>
            </a:extLst>
          </p:cNvPr>
          <p:cNvSpPr txBox="1"/>
          <p:nvPr/>
        </p:nvSpPr>
        <p:spPr>
          <a:xfrm>
            <a:off x="511296" y="115547"/>
            <a:ext cx="8361928" cy="856980"/>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a:t>
            </a:r>
          </a:p>
        </p:txBody>
      </p:sp>
      <p:sp>
        <p:nvSpPr>
          <p:cNvPr id="12" name="TextShape 3">
            <a:extLst>
              <a:ext uri="{FF2B5EF4-FFF2-40B4-BE49-F238E27FC236}">
                <a16:creationId xmlns:a16="http://schemas.microsoft.com/office/drawing/2014/main" id="{FF116918-142F-95C4-37BD-DE689EBE52DD}"/>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3" name="Picture 2">
            <a:extLst>
              <a:ext uri="{FF2B5EF4-FFF2-40B4-BE49-F238E27FC236}">
                <a16:creationId xmlns:a16="http://schemas.microsoft.com/office/drawing/2014/main" id="{A48E038E-EBB9-5467-593C-BA8B0B0E933C}"/>
              </a:ext>
            </a:extLst>
          </p:cNvPr>
          <p:cNvPicPr/>
          <p:nvPr/>
        </p:nvPicPr>
        <p:blipFill>
          <a:blip r:embed="rId2" cstate="print"/>
          <a:stretch/>
        </p:blipFill>
        <p:spPr>
          <a:xfrm>
            <a:off x="8173832" y="1890"/>
            <a:ext cx="970168" cy="913676"/>
          </a:xfrm>
          <a:prstGeom prst="rect">
            <a:avLst/>
          </a:prstGeom>
          <a:ln>
            <a:noFill/>
          </a:ln>
        </p:spPr>
      </p:pic>
      <p:pic>
        <p:nvPicPr>
          <p:cNvPr id="18" name="Picture 17">
            <a:extLst>
              <a:ext uri="{FF2B5EF4-FFF2-40B4-BE49-F238E27FC236}">
                <a16:creationId xmlns:a16="http://schemas.microsoft.com/office/drawing/2014/main" id="{107C2719-17D3-E5D0-5F2B-4B82B83C60A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421650" y="771550"/>
            <a:ext cx="6228691" cy="4152461"/>
          </a:xfrm>
          <a:prstGeom prst="rect">
            <a:avLst/>
          </a:prstGeom>
        </p:spPr>
      </p:pic>
      <p:sp>
        <p:nvSpPr>
          <p:cNvPr id="2" name="TextBox 1">
            <a:extLst>
              <a:ext uri="{FF2B5EF4-FFF2-40B4-BE49-F238E27FC236}">
                <a16:creationId xmlns:a16="http://schemas.microsoft.com/office/drawing/2014/main" id="{8257FAD7-873C-8C48-11A1-DEE76EF4A666}"/>
              </a:ext>
            </a:extLst>
          </p:cNvPr>
          <p:cNvSpPr txBox="1"/>
          <p:nvPr/>
        </p:nvSpPr>
        <p:spPr>
          <a:xfrm>
            <a:off x="2411760" y="4512360"/>
            <a:ext cx="3744416" cy="823302"/>
          </a:xfrm>
          <a:prstGeom prst="rect">
            <a:avLst/>
          </a:prstGeom>
          <a:noFill/>
        </p:spPr>
        <p:txBody>
          <a:bodyPr wrap="square" rtlCol="0">
            <a:spAutoFit/>
          </a:bodyPr>
          <a:lstStyle/>
          <a:p>
            <a:pPr algn="ctr"/>
            <a:endParaRPr lang="en-US" sz="1050" dirty="0"/>
          </a:p>
          <a:p>
            <a:pPr algn="ctr"/>
            <a:endParaRPr lang="en-US" sz="1050" dirty="0"/>
          </a:p>
          <a:p>
            <a:pPr algn="ctr"/>
            <a:r>
              <a:rPr lang="en-US" sz="1050" dirty="0"/>
              <a:t>Fig. 2: Schematic Model Diagram of the Proposed Model</a:t>
            </a:r>
          </a:p>
          <a:p>
            <a:endParaRPr lang="en-IN" sz="1600" dirty="0"/>
          </a:p>
        </p:txBody>
      </p:sp>
    </p:spTree>
    <p:extLst>
      <p:ext uri="{BB962C8B-B14F-4D97-AF65-F5344CB8AC3E}">
        <p14:creationId xmlns:p14="http://schemas.microsoft.com/office/powerpoint/2010/main" val="773448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6F53EB-75BA-57BE-5B85-B0BB35FA5195}"/>
              </a:ext>
            </a:extLst>
          </p:cNvPr>
          <p:cNvPicPr>
            <a:picLocks noChangeAspect="1"/>
          </p:cNvPicPr>
          <p:nvPr/>
        </p:nvPicPr>
        <p:blipFill>
          <a:blip r:embed="rId2" cstate="print">
            <a:extLst>
              <a:ext uri="{28A0092B-C50C-407E-A947-70E740481C1C}">
                <a14:useLocalDpi xmlns:a14="http://schemas.microsoft.com/office/drawing/2010/main" val="0"/>
              </a:ext>
            </a:extLst>
          </a:blip>
          <a:srcRect t="12468" b="12468"/>
          <a:stretch/>
        </p:blipFill>
        <p:spPr bwMode="auto">
          <a:xfrm>
            <a:off x="830804" y="466708"/>
            <a:ext cx="7482389" cy="1872208"/>
          </a:xfrm>
          <a:prstGeom prst="rect">
            <a:avLst/>
          </a:prstGeom>
          <a:noFill/>
          <a:ln>
            <a:noFill/>
          </a:ln>
        </p:spPr>
      </p:pic>
      <p:pic>
        <p:nvPicPr>
          <p:cNvPr id="3" name="Picture 2">
            <a:extLst>
              <a:ext uri="{FF2B5EF4-FFF2-40B4-BE49-F238E27FC236}">
                <a16:creationId xmlns:a16="http://schemas.microsoft.com/office/drawing/2014/main" id="{62BBA788-F612-0ADA-62D9-A0D817C15F8C}"/>
              </a:ext>
            </a:extLst>
          </p:cNvPr>
          <p:cNvPicPr>
            <a:picLocks noChangeAspect="1"/>
          </p:cNvPicPr>
          <p:nvPr/>
        </p:nvPicPr>
        <p:blipFill>
          <a:blip r:embed="rId3" cstate="print">
            <a:extLst>
              <a:ext uri="{28A0092B-C50C-407E-A947-70E740481C1C}">
                <a14:useLocalDpi xmlns:a14="http://schemas.microsoft.com/office/drawing/2010/main" val="0"/>
              </a:ext>
            </a:extLst>
          </a:blip>
          <a:srcRect t="17182" b="-17182"/>
          <a:stretch>
            <a:fillRect/>
          </a:stretch>
        </p:blipFill>
        <p:spPr bwMode="auto">
          <a:xfrm>
            <a:off x="1117226" y="2338917"/>
            <a:ext cx="6909547" cy="2105042"/>
          </a:xfrm>
          <a:prstGeom prst="rect">
            <a:avLst/>
          </a:prstGeom>
          <a:noFill/>
          <a:ln>
            <a:noFill/>
          </a:ln>
        </p:spPr>
      </p:pic>
      <p:sp>
        <p:nvSpPr>
          <p:cNvPr id="5" name="TextBox 4">
            <a:extLst>
              <a:ext uri="{FF2B5EF4-FFF2-40B4-BE49-F238E27FC236}">
                <a16:creationId xmlns:a16="http://schemas.microsoft.com/office/drawing/2014/main" id="{E5F80BE3-F57D-01C7-3263-1EFFA8932579}"/>
              </a:ext>
            </a:extLst>
          </p:cNvPr>
          <p:cNvSpPr txBox="1"/>
          <p:nvPr/>
        </p:nvSpPr>
        <p:spPr>
          <a:xfrm>
            <a:off x="1632019" y="2185203"/>
            <a:ext cx="5879958" cy="271228"/>
          </a:xfrm>
          <a:prstGeom prst="rect">
            <a:avLst/>
          </a:prstGeom>
          <a:noFill/>
        </p:spPr>
        <p:txBody>
          <a:bodyPr wrap="square">
            <a:spAutoFit/>
          </a:bodyPr>
          <a:lstStyle/>
          <a:p>
            <a:pPr algn="ctr">
              <a:lnSpc>
                <a:spcPct val="115000"/>
              </a:lnSpc>
              <a:spcAft>
                <a:spcPts val="1000"/>
              </a:spcAft>
              <a:buNone/>
            </a:pPr>
            <a:r>
              <a:rPr lang="en-US" sz="1050" dirty="0">
                <a:effectLst/>
                <a:ea typeface="Times New Roman" panose="02020603050405020304" pitchFamily="18" charset="0"/>
                <a:cs typeface="Times New Roman" panose="02020603050405020304" pitchFamily="18" charset="0"/>
              </a:rPr>
              <a:t>Figure 3. Audio preprocessing pipeline from raw WAV to cleaned participant waveform</a:t>
            </a:r>
            <a:r>
              <a:rPr lang="en-US" sz="1100" i="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7" name="TextBox 6">
            <a:extLst>
              <a:ext uri="{FF2B5EF4-FFF2-40B4-BE49-F238E27FC236}">
                <a16:creationId xmlns:a16="http://schemas.microsoft.com/office/drawing/2014/main" id="{292F290D-49C2-F7DC-FA0E-D464A6A61ABA}"/>
              </a:ext>
            </a:extLst>
          </p:cNvPr>
          <p:cNvSpPr txBox="1"/>
          <p:nvPr/>
        </p:nvSpPr>
        <p:spPr>
          <a:xfrm>
            <a:off x="1804946" y="4173265"/>
            <a:ext cx="5688632" cy="262380"/>
          </a:xfrm>
          <a:prstGeom prst="rect">
            <a:avLst/>
          </a:prstGeom>
          <a:noFill/>
        </p:spPr>
        <p:txBody>
          <a:bodyPr wrap="square">
            <a:spAutoFit/>
          </a:bodyPr>
          <a:lstStyle/>
          <a:p>
            <a:pPr algn="ctr">
              <a:lnSpc>
                <a:spcPct val="115000"/>
              </a:lnSpc>
              <a:spcAft>
                <a:spcPts val="1000"/>
              </a:spcAft>
              <a:buNone/>
            </a:pPr>
            <a:r>
              <a:rPr lang="en-US" sz="1050" dirty="0">
                <a:effectLst/>
                <a:ea typeface="Times New Roman" panose="02020603050405020304" pitchFamily="18" charset="0"/>
                <a:cs typeface="Times New Roman" panose="02020603050405020304" pitchFamily="18" charset="0"/>
              </a:rPr>
              <a:t>Figure </a:t>
            </a:r>
            <a:r>
              <a:rPr lang="en-US" sz="1050" dirty="0">
                <a:ea typeface="Times New Roman" panose="02020603050405020304" pitchFamily="18" charset="0"/>
                <a:cs typeface="Times New Roman" panose="02020603050405020304" pitchFamily="18" charset="0"/>
              </a:rPr>
              <a:t>4</a:t>
            </a:r>
            <a:r>
              <a:rPr lang="en-US" sz="1050" dirty="0">
                <a:effectLst/>
                <a:ea typeface="Times New Roman" panose="02020603050405020304" pitchFamily="18" charset="0"/>
                <a:cs typeface="Times New Roman" panose="02020603050405020304" pitchFamily="18" charset="0"/>
              </a:rPr>
              <a:t>. Audio preprocessing pipeline from raw WAV to cleaned participant waveform.</a:t>
            </a:r>
            <a:endParaRPr lang="en-IN" sz="1050" dirty="0">
              <a:effectLst/>
              <a:ea typeface="MS Mincho" panose="02020609040205080304" pitchFamily="49" charset="-128"/>
              <a:cs typeface="Times New Roman" panose="02020603050405020304" pitchFamily="18" charset="0"/>
            </a:endParaRPr>
          </a:p>
        </p:txBody>
      </p:sp>
      <p:sp>
        <p:nvSpPr>
          <p:cNvPr id="8" name="TextShape 1">
            <a:extLst>
              <a:ext uri="{FF2B5EF4-FFF2-40B4-BE49-F238E27FC236}">
                <a16:creationId xmlns:a16="http://schemas.microsoft.com/office/drawing/2014/main" id="{8B6DD24D-57A6-6E31-052F-589582455348}"/>
              </a:ext>
            </a:extLst>
          </p:cNvPr>
          <p:cNvSpPr txBox="1"/>
          <p:nvPr/>
        </p:nvSpPr>
        <p:spPr>
          <a:xfrm>
            <a:off x="539552" y="-164554"/>
            <a:ext cx="7416824" cy="553636"/>
          </a:xfrm>
          <a:prstGeom prst="rect">
            <a:avLst/>
          </a:prstGeom>
          <a:noFill/>
          <a:ln>
            <a:noFill/>
          </a:ln>
        </p:spPr>
        <p:txBody>
          <a:bodyPr lIns="90000" tIns="45000" rIns="90000" bIns="45000" anchor="ctr">
            <a:noAutofit/>
          </a:bodyPr>
          <a:lstStyle/>
          <a:p>
            <a:pPr lvl="0">
              <a:defRPr/>
            </a:pPr>
            <a:r>
              <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 </a:t>
            </a:r>
            <a:r>
              <a:rPr lang="en-US" sz="2000" b="1" spc="-1" dirty="0">
                <a:solidFill>
                  <a:srgbClr val="572314"/>
                </a:solidFill>
                <a:latin typeface="Times New Roman" pitchFamily="18" charset="0"/>
                <a:cs typeface="Times New Roman" pitchFamily="18" charset="0"/>
              </a:rPr>
              <a:t>cont.</a:t>
            </a:r>
            <a:endPar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endParaRPr>
          </a:p>
        </p:txBody>
      </p:sp>
      <p:sp>
        <p:nvSpPr>
          <p:cNvPr id="4" name="TextShape 3">
            <a:extLst>
              <a:ext uri="{FF2B5EF4-FFF2-40B4-BE49-F238E27FC236}">
                <a16:creationId xmlns:a16="http://schemas.microsoft.com/office/drawing/2014/main" id="{9CADE3BA-2EAF-E26D-C237-553E2F848B22}"/>
              </a:ext>
            </a:extLst>
          </p:cNvPr>
          <p:cNvSpPr txBox="1"/>
          <p:nvPr/>
        </p:nvSpPr>
        <p:spPr>
          <a:xfrm>
            <a:off x="8613720" y="473199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3802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F9F6A9-ABE4-73F6-7ADA-2C3587FD3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445781"/>
            <a:ext cx="6377905" cy="4251937"/>
          </a:xfrm>
          <a:prstGeom prst="rect">
            <a:avLst/>
          </a:prstGeom>
        </p:spPr>
      </p:pic>
      <p:sp>
        <p:nvSpPr>
          <p:cNvPr id="6" name="TextBox 5">
            <a:extLst>
              <a:ext uri="{FF2B5EF4-FFF2-40B4-BE49-F238E27FC236}">
                <a16:creationId xmlns:a16="http://schemas.microsoft.com/office/drawing/2014/main" id="{C28B93F4-46B2-235E-F414-9EC4DE5B5CB4}"/>
              </a:ext>
            </a:extLst>
          </p:cNvPr>
          <p:cNvSpPr txBox="1"/>
          <p:nvPr/>
        </p:nvSpPr>
        <p:spPr>
          <a:xfrm>
            <a:off x="1676276" y="4730832"/>
            <a:ext cx="5688632" cy="262380"/>
          </a:xfrm>
          <a:prstGeom prst="rect">
            <a:avLst/>
          </a:prstGeom>
          <a:noFill/>
        </p:spPr>
        <p:txBody>
          <a:bodyPr wrap="square">
            <a:spAutoFit/>
          </a:bodyPr>
          <a:lstStyle/>
          <a:p>
            <a:pPr algn="ctr">
              <a:lnSpc>
                <a:spcPct val="115000"/>
              </a:lnSpc>
              <a:spcAft>
                <a:spcPts val="1000"/>
              </a:spcAft>
              <a:buNone/>
            </a:pPr>
            <a:r>
              <a:rPr lang="en-US" sz="1050" dirty="0">
                <a:effectLst/>
                <a:ea typeface="Times New Roman" panose="02020603050405020304" pitchFamily="18" charset="0"/>
                <a:cs typeface="Times New Roman" panose="02020603050405020304" pitchFamily="18" charset="0"/>
              </a:rPr>
              <a:t>Figure </a:t>
            </a:r>
            <a:r>
              <a:rPr lang="en-US" sz="1050" dirty="0">
                <a:ea typeface="Times New Roman" panose="02020603050405020304" pitchFamily="18" charset="0"/>
                <a:cs typeface="Times New Roman" panose="02020603050405020304" pitchFamily="18" charset="0"/>
              </a:rPr>
              <a:t>4</a:t>
            </a:r>
            <a:r>
              <a:rPr lang="en-US" sz="1050" dirty="0">
                <a:effectLst/>
                <a:ea typeface="Times New Roman" panose="02020603050405020304" pitchFamily="18" charset="0"/>
                <a:cs typeface="Times New Roman" panose="02020603050405020304" pitchFamily="18" charset="0"/>
              </a:rPr>
              <a:t>. </a:t>
            </a:r>
            <a:r>
              <a:rPr lang="en-US" sz="1050" dirty="0">
                <a:ea typeface="Times New Roman" panose="02020603050405020304" pitchFamily="18" charset="0"/>
                <a:cs typeface="Times New Roman" panose="02020603050405020304" pitchFamily="18" charset="0"/>
              </a:rPr>
              <a:t>Multimodal Architecture For Depression Detection</a:t>
            </a:r>
            <a:r>
              <a:rPr lang="en-US" sz="1050" dirty="0">
                <a:effectLst/>
                <a:ea typeface="Times New Roman" panose="02020603050405020304" pitchFamily="18" charset="0"/>
                <a:cs typeface="Times New Roman" panose="02020603050405020304" pitchFamily="18" charset="0"/>
              </a:rPr>
              <a:t>.</a:t>
            </a:r>
            <a:endParaRPr lang="en-IN" sz="1050" dirty="0">
              <a:effectLst/>
              <a:ea typeface="MS Mincho" panose="02020609040205080304" pitchFamily="49" charset="-128"/>
              <a:cs typeface="Times New Roman" panose="02020603050405020304" pitchFamily="18" charset="0"/>
            </a:endParaRPr>
          </a:p>
        </p:txBody>
      </p:sp>
      <p:sp>
        <p:nvSpPr>
          <p:cNvPr id="7" name="TextShape 1">
            <a:extLst>
              <a:ext uri="{FF2B5EF4-FFF2-40B4-BE49-F238E27FC236}">
                <a16:creationId xmlns:a16="http://schemas.microsoft.com/office/drawing/2014/main" id="{87425E1A-488E-ED65-203D-4DC2C8206411}"/>
              </a:ext>
            </a:extLst>
          </p:cNvPr>
          <p:cNvSpPr txBox="1"/>
          <p:nvPr/>
        </p:nvSpPr>
        <p:spPr>
          <a:xfrm>
            <a:off x="539552" y="-164554"/>
            <a:ext cx="7416824" cy="553636"/>
          </a:xfrm>
          <a:prstGeom prst="rect">
            <a:avLst/>
          </a:prstGeom>
          <a:noFill/>
          <a:ln>
            <a:noFill/>
          </a:ln>
        </p:spPr>
        <p:txBody>
          <a:bodyPr lIns="90000" tIns="45000" rIns="90000" bIns="45000" anchor="ctr">
            <a:noAutofit/>
          </a:bodyPr>
          <a:lstStyle/>
          <a:p>
            <a:pPr lvl="0">
              <a:defRPr/>
            </a:pPr>
            <a:r>
              <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 </a:t>
            </a:r>
            <a:r>
              <a:rPr lang="en-US" sz="2000" b="1" spc="-1" dirty="0">
                <a:solidFill>
                  <a:srgbClr val="572314"/>
                </a:solidFill>
                <a:latin typeface="Times New Roman" pitchFamily="18" charset="0"/>
                <a:cs typeface="Times New Roman" pitchFamily="18" charset="0"/>
              </a:rPr>
              <a:t>cont.</a:t>
            </a:r>
            <a:endPar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endParaRPr>
          </a:p>
        </p:txBody>
      </p:sp>
      <p:sp>
        <p:nvSpPr>
          <p:cNvPr id="2" name="TextShape 3">
            <a:extLst>
              <a:ext uri="{FF2B5EF4-FFF2-40B4-BE49-F238E27FC236}">
                <a16:creationId xmlns:a16="http://schemas.microsoft.com/office/drawing/2014/main" id="{4E90E058-ACFD-C340-0EC0-B8D23AF31B16}"/>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3628112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A59BD-49C5-EEF4-69EB-420E3CAA433A}"/>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981E9F91-F689-9374-B286-5AFB6B61C022}"/>
              </a:ext>
            </a:extLst>
          </p:cNvPr>
          <p:cNvSpPr txBox="1"/>
          <p:nvPr/>
        </p:nvSpPr>
        <p:spPr>
          <a:xfrm>
            <a:off x="539552" y="617656"/>
            <a:ext cx="6336704" cy="4185761"/>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Gill Sans MT" panose="020B0502020104020203" pitchFamily="34" charset="0"/>
              </a:rPr>
              <a:t>The proposed system performs multimodal depression detection by analyzing both speech and linguistic </a:t>
            </a:r>
            <a:r>
              <a:rPr lang="en-US" sz="1400" dirty="0" err="1">
                <a:latin typeface="Gill Sans MT" panose="020B0502020104020203" pitchFamily="34" charset="0"/>
              </a:rPr>
              <a:t>behavioural</a:t>
            </a:r>
            <a:r>
              <a:rPr lang="en-US" sz="1400" dirty="0">
                <a:latin typeface="Gill Sans MT" panose="020B0502020104020203" pitchFamily="34" charset="0"/>
              </a:rPr>
              <a:t> information obtained from conversational clinical interviews. Instead of treating the complete interview as a single unit, the framework performs phase-wise conversational analysis to study how depression-related </a:t>
            </a:r>
            <a:r>
              <a:rPr lang="en-US" sz="1400" dirty="0" err="1">
                <a:latin typeface="Gill Sans MT" panose="020B0502020104020203" pitchFamily="34" charset="0"/>
              </a:rPr>
              <a:t>behavioural</a:t>
            </a:r>
            <a:r>
              <a:rPr lang="en-US" sz="1400" dirty="0">
                <a:latin typeface="Gill Sans MT" panose="020B0502020104020203" pitchFamily="34" charset="0"/>
              </a:rPr>
              <a:t> patterns evolve across different stages of interaction.</a:t>
            </a:r>
          </a:p>
          <a:p>
            <a:pPr marL="285750" indent="-285750">
              <a:buFont typeface="Arial" panose="020B0604020202020204" pitchFamily="34" charset="0"/>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Initially, multimodal conversational data consisting of participant audio recordings, conversational transcripts, and depression labels are obtained from the DAIC-WOZ dataset. Both audio and textual modalities undergo preprocessing to remove irrelevant information and retain only participant-specific </a:t>
            </a:r>
            <a:r>
              <a:rPr lang="en-US" sz="1400" dirty="0" err="1">
                <a:latin typeface="Gill Sans MT" panose="020B0502020104020203" pitchFamily="34" charset="0"/>
              </a:rPr>
              <a:t>behavioural</a:t>
            </a:r>
            <a:r>
              <a:rPr lang="en-US" sz="1400" dirty="0">
                <a:latin typeface="Gill Sans MT" panose="020B0502020104020203" pitchFamily="34" charset="0"/>
              </a:rPr>
              <a:t> content.</a:t>
            </a:r>
          </a:p>
          <a:p>
            <a:pPr marL="285750" indent="-285750">
              <a:buFont typeface="Arial" panose="020B0604020202020204" pitchFamily="34" charset="0"/>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For audio preprocessing, interviewer speech is removed, participant speech segments are extracted, and multiple signal enhancement operations such as resampling, filtering, and normalization are applied to improve acoustic consistency. Similarly, transcript preprocessing involves annotation removal, filler-word elimination, participant filtering, lowercase conversion, and text normalization to obtain clean linguistic data suitable for analysis.</a:t>
            </a:r>
          </a:p>
        </p:txBody>
      </p:sp>
      <p:sp>
        <p:nvSpPr>
          <p:cNvPr id="29" name="TextShape 1">
            <a:extLst>
              <a:ext uri="{FF2B5EF4-FFF2-40B4-BE49-F238E27FC236}">
                <a16:creationId xmlns:a16="http://schemas.microsoft.com/office/drawing/2014/main" id="{8E5B493D-2CFE-9050-3B2C-42FBFDEA7671}"/>
              </a:ext>
            </a:extLst>
          </p:cNvPr>
          <p:cNvSpPr txBox="1"/>
          <p:nvPr/>
        </p:nvSpPr>
        <p:spPr>
          <a:xfrm>
            <a:off x="539552" y="-164554"/>
            <a:ext cx="7416824" cy="553636"/>
          </a:xfrm>
          <a:prstGeom prst="rect">
            <a:avLst/>
          </a:prstGeom>
          <a:noFill/>
          <a:ln>
            <a:noFill/>
          </a:ln>
        </p:spPr>
        <p:txBody>
          <a:bodyPr lIns="90000" tIns="45000" rIns="90000" bIns="45000" anchor="ctr">
            <a:noAutofit/>
          </a:bodyPr>
          <a:lstStyle/>
          <a:p>
            <a:pPr lvl="0">
              <a:defRPr/>
            </a:pPr>
            <a:r>
              <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 </a:t>
            </a:r>
            <a:r>
              <a:rPr lang="en-US" sz="2000" b="1" spc="-1" dirty="0">
                <a:solidFill>
                  <a:srgbClr val="572314"/>
                </a:solidFill>
                <a:latin typeface="Times New Roman" pitchFamily="18" charset="0"/>
                <a:cs typeface="Times New Roman" pitchFamily="18" charset="0"/>
              </a:rPr>
              <a:t>cont.</a:t>
            </a:r>
            <a:endPar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endParaRPr>
          </a:p>
        </p:txBody>
      </p:sp>
      <p:sp>
        <p:nvSpPr>
          <p:cNvPr id="30" name="TextShape 3">
            <a:extLst>
              <a:ext uri="{FF2B5EF4-FFF2-40B4-BE49-F238E27FC236}">
                <a16:creationId xmlns:a16="http://schemas.microsoft.com/office/drawing/2014/main" id="{22364426-DB85-A91C-1998-09FE257B3309}"/>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1" normalizeH="0" baseline="0" noProof="0" dirty="0">
              <a:ln>
                <a:noFill/>
              </a:ln>
              <a:solidFill>
                <a:prstClr val="black"/>
              </a:solidFill>
              <a:effectLst/>
              <a:uLnTx/>
              <a:uFillTx/>
              <a:latin typeface="Times New Roman"/>
              <a:ea typeface="+mn-ea"/>
              <a:cs typeface="+mn-cs"/>
            </a:endParaRPr>
          </a:p>
        </p:txBody>
      </p:sp>
      <p:pic>
        <p:nvPicPr>
          <p:cNvPr id="31" name="Picture 2">
            <a:extLst>
              <a:ext uri="{FF2B5EF4-FFF2-40B4-BE49-F238E27FC236}">
                <a16:creationId xmlns:a16="http://schemas.microsoft.com/office/drawing/2014/main" id="{9B28A40D-F04D-D641-6888-976D7A05A247}"/>
              </a:ext>
            </a:extLst>
          </p:cNvPr>
          <p:cNvPicPr/>
          <p:nvPr/>
        </p:nvPicPr>
        <p:blipFill>
          <a:blip r:embed="rId3" cstate="print"/>
          <a:stretch/>
        </p:blipFill>
        <p:spPr>
          <a:xfrm>
            <a:off x="8166976" y="0"/>
            <a:ext cx="977024" cy="915566"/>
          </a:xfrm>
          <a:prstGeom prst="rect">
            <a:avLst/>
          </a:prstGeom>
          <a:ln>
            <a:noFill/>
          </a:ln>
        </p:spPr>
      </p:pic>
    </p:spTree>
    <p:extLst>
      <p:ext uri="{BB962C8B-B14F-4D97-AF65-F5344CB8AC3E}">
        <p14:creationId xmlns:p14="http://schemas.microsoft.com/office/powerpoint/2010/main" val="2175786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3ED792-E593-FAF5-A525-E8CE1A62124D}"/>
              </a:ext>
            </a:extLst>
          </p:cNvPr>
          <p:cNvSpPr txBox="1"/>
          <p:nvPr/>
        </p:nvSpPr>
        <p:spPr>
          <a:xfrm>
            <a:off x="611560" y="771550"/>
            <a:ext cx="6390456" cy="3323987"/>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Gill Sans MT" panose="020B0502020104020203" pitchFamily="34" charset="0"/>
              </a:rPr>
              <a:t>After preprocessing, the complete interview is divided into three conversational phases:</a:t>
            </a:r>
          </a:p>
          <a:p>
            <a:pPr marL="742950" lvl="1" indent="-285750">
              <a:buFont typeface="Wingdings" panose="05000000000000000000" pitchFamily="2" charset="2"/>
              <a:buChar char="§"/>
            </a:pPr>
            <a:r>
              <a:rPr lang="en-US" sz="1400" dirty="0">
                <a:latin typeface="Gill Sans MT" panose="020B0502020104020203" pitchFamily="34" charset="0"/>
              </a:rPr>
              <a:t>Beginning Phase</a:t>
            </a:r>
          </a:p>
          <a:p>
            <a:pPr marL="742950" lvl="1" indent="-285750">
              <a:buFont typeface="Wingdings" panose="05000000000000000000" pitchFamily="2" charset="2"/>
              <a:buChar char="§"/>
            </a:pPr>
            <a:r>
              <a:rPr lang="en-US" sz="1400" dirty="0">
                <a:latin typeface="Gill Sans MT" panose="020B0502020104020203" pitchFamily="34" charset="0"/>
              </a:rPr>
              <a:t>Middle Phase</a:t>
            </a:r>
          </a:p>
          <a:p>
            <a:pPr marL="742950" lvl="1" indent="-285750">
              <a:buFont typeface="Wingdings" panose="05000000000000000000" pitchFamily="2" charset="2"/>
              <a:buChar char="§"/>
            </a:pPr>
            <a:r>
              <a:rPr lang="en-US" sz="1400" dirty="0">
                <a:latin typeface="Gill Sans MT" panose="020B0502020104020203" pitchFamily="34" charset="0"/>
              </a:rPr>
              <a:t>Ending Phase</a:t>
            </a:r>
          </a:p>
          <a:p>
            <a:pPr marL="742950" lvl="1" indent="-285750">
              <a:buFont typeface="Wingdings" panose="05000000000000000000" pitchFamily="2" charset="2"/>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This phase-wise segmentation enables temporal </a:t>
            </a:r>
            <a:r>
              <a:rPr lang="en-US" sz="1400" dirty="0" err="1">
                <a:latin typeface="Gill Sans MT" panose="020B0502020104020203" pitchFamily="34" charset="0"/>
              </a:rPr>
              <a:t>behavioural</a:t>
            </a:r>
            <a:r>
              <a:rPr lang="en-US" sz="1400" dirty="0">
                <a:latin typeface="Gill Sans MT" panose="020B0502020104020203" pitchFamily="34" charset="0"/>
              </a:rPr>
              <a:t> analysis by examining how emotional and conversational characteristics vary throughout the interview.</a:t>
            </a:r>
          </a:p>
          <a:p>
            <a:pPr marL="285750" indent="-285750">
              <a:buFont typeface="Arial" panose="020B0604020202020204" pitchFamily="34" charset="0"/>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Feature extraction is then performed separately for both modalities across each conversational phase. From the audio modality, </a:t>
            </a:r>
            <a:r>
              <a:rPr lang="en-US" sz="1400" dirty="0" err="1">
                <a:latin typeface="Gill Sans MT" panose="020B0502020104020203" pitchFamily="34" charset="0"/>
              </a:rPr>
              <a:t>behavioural</a:t>
            </a:r>
            <a:r>
              <a:rPr lang="en-US" sz="1400" dirty="0">
                <a:latin typeface="Gill Sans MT" panose="020B0502020104020203" pitchFamily="34" charset="0"/>
              </a:rPr>
              <a:t> acoustic features such as MFCC, pitch, prosodic characteristics, spectral features, energy dynamics, pause patterns, and TQWT-based representations are extracted. From the textual modality, semantic and linguistic features including SBERT embeddings, sentiment information, and </a:t>
            </a:r>
            <a:r>
              <a:rPr lang="en-US" sz="1400" dirty="0" err="1">
                <a:latin typeface="Gill Sans MT" panose="020B0502020104020203" pitchFamily="34" charset="0"/>
              </a:rPr>
              <a:t>behavioural</a:t>
            </a:r>
            <a:r>
              <a:rPr lang="en-US" sz="1400" dirty="0">
                <a:latin typeface="Gill Sans MT" panose="020B0502020104020203" pitchFamily="34" charset="0"/>
              </a:rPr>
              <a:t> linguistic cues are obtained.</a:t>
            </a:r>
          </a:p>
        </p:txBody>
      </p:sp>
      <p:sp>
        <p:nvSpPr>
          <p:cNvPr id="4" name="TextShape 1">
            <a:extLst>
              <a:ext uri="{FF2B5EF4-FFF2-40B4-BE49-F238E27FC236}">
                <a16:creationId xmlns:a16="http://schemas.microsoft.com/office/drawing/2014/main" id="{CBB97760-DF1B-DC1A-8F3C-F34D7AAEF5E2}"/>
              </a:ext>
            </a:extLst>
          </p:cNvPr>
          <p:cNvSpPr txBox="1"/>
          <p:nvPr/>
        </p:nvSpPr>
        <p:spPr>
          <a:xfrm>
            <a:off x="539552" y="-164554"/>
            <a:ext cx="7416824" cy="553636"/>
          </a:xfrm>
          <a:prstGeom prst="rect">
            <a:avLst/>
          </a:prstGeom>
          <a:noFill/>
          <a:ln>
            <a:noFill/>
          </a:ln>
        </p:spPr>
        <p:txBody>
          <a:bodyPr lIns="90000" tIns="45000" rIns="90000" bIns="45000" anchor="ctr">
            <a:noAutofit/>
          </a:bodyPr>
          <a:lstStyle/>
          <a:p>
            <a:pPr lvl="0">
              <a:defRPr/>
            </a:pPr>
            <a:r>
              <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Proposed Solution &amp; Architecture </a:t>
            </a:r>
            <a:r>
              <a:rPr lang="en-US" sz="2000" b="1" spc="-1" dirty="0">
                <a:solidFill>
                  <a:srgbClr val="572314"/>
                </a:solidFill>
                <a:latin typeface="Times New Roman" pitchFamily="18" charset="0"/>
                <a:cs typeface="Times New Roman" pitchFamily="18" charset="0"/>
              </a:rPr>
              <a:t>cont.</a:t>
            </a:r>
            <a:endParaRPr kumimoji="0" lang="en-US" sz="20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endParaRPr>
          </a:p>
        </p:txBody>
      </p:sp>
      <p:sp>
        <p:nvSpPr>
          <p:cNvPr id="2" name="TextShape 3">
            <a:extLst>
              <a:ext uri="{FF2B5EF4-FFF2-40B4-BE49-F238E27FC236}">
                <a16:creationId xmlns:a16="http://schemas.microsoft.com/office/drawing/2014/main" id="{7B7D8383-11AA-4448-CA71-CDF4E5A03AF7}"/>
              </a:ext>
            </a:extLst>
          </p:cNvPr>
          <p:cNvSpPr txBox="1"/>
          <p:nvPr/>
        </p:nvSpPr>
        <p:spPr>
          <a:xfrm>
            <a:off x="8613720" y="473199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2090612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F5DC23-6480-36BF-A31C-F43F3DD32E91}"/>
              </a:ext>
            </a:extLst>
          </p:cNvPr>
          <p:cNvSpPr txBox="1"/>
          <p:nvPr/>
        </p:nvSpPr>
        <p:spPr>
          <a:xfrm>
            <a:off x="539552" y="555526"/>
            <a:ext cx="6408712" cy="3754874"/>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Gill Sans MT" panose="020B0502020104020203" pitchFamily="34" charset="0"/>
              </a:rPr>
              <a:t>The extracted audio and textual representations are combined using multimodal feature fusion to generate richer </a:t>
            </a:r>
            <a:r>
              <a:rPr lang="en-US" sz="1400" dirty="0" err="1">
                <a:latin typeface="Gill Sans MT" panose="020B0502020104020203" pitchFamily="34" charset="0"/>
              </a:rPr>
              <a:t>behavioural</a:t>
            </a:r>
            <a:r>
              <a:rPr lang="en-US" sz="1400" dirty="0">
                <a:latin typeface="Gill Sans MT" panose="020B0502020104020203" pitchFamily="34" charset="0"/>
              </a:rPr>
              <a:t> feature representations. These fused multimodal features are then provided to multiple machine learning classifiers including Support Vector Machine (SVM), Random Forest, </a:t>
            </a:r>
            <a:r>
              <a:rPr lang="en-US" sz="1400" dirty="0" err="1">
                <a:latin typeface="Gill Sans MT" panose="020B0502020104020203" pitchFamily="34" charset="0"/>
              </a:rPr>
              <a:t>XGBoost</a:t>
            </a:r>
            <a:r>
              <a:rPr lang="en-US" sz="1400" dirty="0">
                <a:latin typeface="Gill Sans MT" panose="020B0502020104020203" pitchFamily="34" charset="0"/>
              </a:rPr>
              <a:t>, </a:t>
            </a:r>
            <a:r>
              <a:rPr lang="en-US" sz="1400" dirty="0" err="1">
                <a:latin typeface="Gill Sans MT" panose="020B0502020104020203" pitchFamily="34" charset="0"/>
              </a:rPr>
              <a:t>CatBoost</a:t>
            </a:r>
            <a:r>
              <a:rPr lang="en-US" sz="1400" dirty="0">
                <a:latin typeface="Gill Sans MT" panose="020B0502020104020203" pitchFamily="34" charset="0"/>
              </a:rPr>
              <a:t>, Feed Forward Neural Network (FNN), and Logistic Regression for comparative depression classification.</a:t>
            </a:r>
          </a:p>
          <a:p>
            <a:pPr marL="285750" indent="-285750">
              <a:buFont typeface="Arial" panose="020B0604020202020204" pitchFamily="34" charset="0"/>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The system generates depression predictions separately for each conversational phase, allowing comparative phase-wise </a:t>
            </a:r>
            <a:r>
              <a:rPr lang="en-US" sz="1400" dirty="0" err="1">
                <a:latin typeface="Gill Sans MT" panose="020B0502020104020203" pitchFamily="34" charset="0"/>
              </a:rPr>
              <a:t>behavioural</a:t>
            </a:r>
            <a:r>
              <a:rPr lang="en-US" sz="1400" dirty="0">
                <a:latin typeface="Gill Sans MT" panose="020B0502020104020203" pitchFamily="34" charset="0"/>
              </a:rPr>
              <a:t> assessment. This helps identify which conversational stage contains the strongest depression-related indicators and provides deeper understanding of temporal </a:t>
            </a:r>
            <a:r>
              <a:rPr lang="en-US" sz="1400" dirty="0" err="1">
                <a:latin typeface="Gill Sans MT" panose="020B0502020104020203" pitchFamily="34" charset="0"/>
              </a:rPr>
              <a:t>behavioural</a:t>
            </a:r>
            <a:r>
              <a:rPr lang="en-US" sz="1400" dirty="0">
                <a:latin typeface="Gill Sans MT" panose="020B0502020104020203" pitchFamily="34" charset="0"/>
              </a:rPr>
              <a:t> evolution during clinical interaction.</a:t>
            </a:r>
          </a:p>
          <a:p>
            <a:pPr marL="285750" indent="-285750">
              <a:buFont typeface="Arial" panose="020B0604020202020204" pitchFamily="34" charset="0"/>
              <a:buChar char="•"/>
            </a:pPr>
            <a:endParaRPr lang="en-US" sz="1400" dirty="0">
              <a:latin typeface="Gill Sans MT" panose="020B0502020104020203" pitchFamily="34" charset="0"/>
            </a:endParaRPr>
          </a:p>
          <a:p>
            <a:pPr marL="285750" indent="-285750">
              <a:buFont typeface="Arial" panose="020B0604020202020204" pitchFamily="34" charset="0"/>
              <a:buChar char="•"/>
            </a:pPr>
            <a:r>
              <a:rPr lang="en-US" sz="1400" dirty="0">
                <a:latin typeface="Gill Sans MT" panose="020B0502020104020203" pitchFamily="34" charset="0"/>
              </a:rPr>
              <a:t>Finally, the framework performs </a:t>
            </a:r>
            <a:r>
              <a:rPr lang="en-US" sz="1400" dirty="0" err="1">
                <a:latin typeface="Gill Sans MT" panose="020B0502020104020203" pitchFamily="34" charset="0"/>
              </a:rPr>
              <a:t>behavioural</a:t>
            </a:r>
            <a:r>
              <a:rPr lang="en-US" sz="1400" dirty="0">
                <a:latin typeface="Gill Sans MT" panose="020B0502020104020203" pitchFamily="34" charset="0"/>
              </a:rPr>
              <a:t> interpretation and comparative analysis based on phase-wise multimodal predictions to determine whether the participant is depressed or non-depressed while also analyzing how depression-related </a:t>
            </a:r>
            <a:r>
              <a:rPr lang="en-US" sz="1400" dirty="0" err="1">
                <a:latin typeface="Gill Sans MT" panose="020B0502020104020203" pitchFamily="34" charset="0"/>
              </a:rPr>
              <a:t>behavioural</a:t>
            </a:r>
            <a:r>
              <a:rPr lang="en-US" sz="1400" dirty="0">
                <a:latin typeface="Gill Sans MT" panose="020B0502020104020203" pitchFamily="34" charset="0"/>
              </a:rPr>
              <a:t> signals vary across conversational phases.</a:t>
            </a:r>
          </a:p>
        </p:txBody>
      </p:sp>
      <p:sp>
        <p:nvSpPr>
          <p:cNvPr id="2" name="TextShape 3">
            <a:extLst>
              <a:ext uri="{FF2B5EF4-FFF2-40B4-BE49-F238E27FC236}">
                <a16:creationId xmlns:a16="http://schemas.microsoft.com/office/drawing/2014/main" id="{24C9D19E-E867-0D8F-DC6B-D607AC853346}"/>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2602834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2329-4F88-B0E0-0252-E2D8B8F46B7E}"/>
            </a:ext>
          </a:extLst>
        </p:cNvPr>
        <p:cNvGrpSpPr/>
        <p:nvPr/>
      </p:nvGrpSpPr>
      <p:grpSpPr>
        <a:xfrm>
          <a:off x="0" y="0"/>
          <a:ext cx="0" cy="0"/>
          <a:chOff x="0" y="0"/>
          <a:chExt cx="0" cy="0"/>
        </a:xfrm>
      </p:grpSpPr>
      <p:sp>
        <p:nvSpPr>
          <p:cNvPr id="6" name="TextShape 1">
            <a:extLst>
              <a:ext uri="{FF2B5EF4-FFF2-40B4-BE49-F238E27FC236}">
                <a16:creationId xmlns:a16="http://schemas.microsoft.com/office/drawing/2014/main" id="{B75BDA93-5D82-AD84-122D-EA2CC6BA9406}"/>
              </a:ext>
            </a:extLst>
          </p:cNvPr>
          <p:cNvSpPr txBox="1"/>
          <p:nvPr/>
        </p:nvSpPr>
        <p:spPr>
          <a:xfrm>
            <a:off x="391036" y="216290"/>
            <a:ext cx="8361928" cy="856980"/>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Dataset &amp; Tools/Technologies</a:t>
            </a:r>
          </a:p>
        </p:txBody>
      </p:sp>
      <p:sp>
        <p:nvSpPr>
          <p:cNvPr id="7" name="TextShape 2">
            <a:extLst>
              <a:ext uri="{FF2B5EF4-FFF2-40B4-BE49-F238E27FC236}">
                <a16:creationId xmlns:a16="http://schemas.microsoft.com/office/drawing/2014/main" id="{D5D77F2E-240A-9D48-A216-60E396DE6249}"/>
              </a:ext>
            </a:extLst>
          </p:cNvPr>
          <p:cNvSpPr txBox="1"/>
          <p:nvPr/>
        </p:nvSpPr>
        <p:spPr>
          <a:xfrm>
            <a:off x="428596" y="1085940"/>
            <a:ext cx="8504804" cy="3600180"/>
          </a:xfrm>
          <a:prstGeom prst="rect">
            <a:avLst/>
          </a:prstGeom>
          <a:noFill/>
          <a:ln>
            <a:noFill/>
          </a:ln>
        </p:spPr>
        <p:txBody>
          <a:bodyPr lIns="90000" tIns="45000" rIns="90000" bIns="45000">
            <a:noAutofit/>
          </a:bodyPr>
          <a:lstStyle/>
          <a:p>
            <a:r>
              <a:rPr lang="en-IN" sz="1400" b="1" dirty="0">
                <a:latin typeface="Gill Sans MT" panose="020B0502020104020203" pitchFamily="34" charset="0"/>
              </a:rPr>
              <a:t>Dataset Used — DAIC-WOZ</a:t>
            </a:r>
          </a:p>
          <a:p>
            <a:pPr marL="285750" indent="-285750">
              <a:buFont typeface="Arial" panose="020B0604020202020204" pitchFamily="34" charset="0"/>
              <a:buChar char="•"/>
            </a:pPr>
            <a:r>
              <a:rPr lang="en-IN" sz="1400" dirty="0">
                <a:latin typeface="Gill Sans MT" panose="020B0502020104020203" pitchFamily="34" charset="0"/>
              </a:rPr>
              <a:t>Multimodal clinical interview dataset designed for psychological distress analysis </a:t>
            </a:r>
          </a:p>
          <a:p>
            <a:pPr marL="285750" indent="-285750">
              <a:buFont typeface="Arial" panose="020B0604020202020204" pitchFamily="34" charset="0"/>
              <a:buChar char="•"/>
            </a:pPr>
            <a:r>
              <a:rPr lang="en-IN" sz="1400" dirty="0">
                <a:latin typeface="Gill Sans MT" panose="020B0502020104020203" pitchFamily="34" charset="0"/>
              </a:rPr>
              <a:t>Contains participant audio recordings, conversational transcripts, and PHQ-based depression labels </a:t>
            </a:r>
          </a:p>
          <a:p>
            <a:pPr marL="285750" indent="-285750">
              <a:buFont typeface="Arial" panose="020B0604020202020204" pitchFamily="34" charset="0"/>
              <a:buChar char="•"/>
            </a:pPr>
            <a:r>
              <a:rPr lang="en-IN" sz="1400" dirty="0">
                <a:latin typeface="Gill Sans MT" panose="020B0502020104020203" pitchFamily="34" charset="0"/>
              </a:rPr>
              <a:t>Provides participant–interviewer interactions suitable for behavioural and emotional analysis </a:t>
            </a:r>
          </a:p>
          <a:p>
            <a:pPr marL="285750" indent="-285750">
              <a:buFont typeface="Arial" panose="020B0604020202020204" pitchFamily="34" charset="0"/>
              <a:buChar char="•"/>
            </a:pPr>
            <a:r>
              <a:rPr lang="en-IN" sz="1400" dirty="0">
                <a:latin typeface="Gill Sans MT" panose="020B0502020104020203" pitchFamily="34" charset="0"/>
              </a:rPr>
              <a:t>Used to study depression-related acoustic and linguistic behavioural patterns across conversational phases </a:t>
            </a:r>
          </a:p>
          <a:p>
            <a:endParaRPr lang="en-IN" sz="1400" dirty="0">
              <a:latin typeface="Gill Sans MT" panose="020B0502020104020203" pitchFamily="34" charset="0"/>
            </a:endParaRPr>
          </a:p>
          <a:p>
            <a:r>
              <a:rPr lang="en-IN" sz="1400" b="1" dirty="0">
                <a:latin typeface="Gill Sans MT" panose="020B0502020104020203" pitchFamily="34" charset="0"/>
              </a:rPr>
              <a:t>Audio Processing &amp; Feature Extraction</a:t>
            </a:r>
          </a:p>
          <a:p>
            <a:pPr marL="285750" indent="-285750">
              <a:buFont typeface="Arial" panose="020B0604020202020204" pitchFamily="34" charset="0"/>
              <a:buChar char="•"/>
            </a:pPr>
            <a:r>
              <a:rPr lang="en-IN" sz="1400" dirty="0" err="1">
                <a:latin typeface="Gill Sans MT" panose="020B0502020104020203" pitchFamily="34" charset="0"/>
              </a:rPr>
              <a:t>Librosa</a:t>
            </a:r>
            <a:r>
              <a:rPr lang="en-IN" sz="1400" dirty="0">
                <a:latin typeface="Gill Sans MT" panose="020B0502020104020203" pitchFamily="34" charset="0"/>
              </a:rPr>
              <a:t> — MFCC, spectral, chroma, and acoustic feature extraction </a:t>
            </a:r>
          </a:p>
          <a:p>
            <a:pPr marL="285750" indent="-285750">
              <a:buFont typeface="Arial" panose="020B0604020202020204" pitchFamily="34" charset="0"/>
              <a:buChar char="•"/>
            </a:pPr>
            <a:r>
              <a:rPr lang="en-IN" sz="1400" dirty="0" err="1">
                <a:latin typeface="Gill Sans MT" panose="020B0502020104020203" pitchFamily="34" charset="0"/>
              </a:rPr>
              <a:t>Parselmouth</a:t>
            </a:r>
            <a:r>
              <a:rPr lang="en-IN" sz="1400" dirty="0">
                <a:latin typeface="Gill Sans MT" panose="020B0502020104020203" pitchFamily="34" charset="0"/>
              </a:rPr>
              <a:t> (</a:t>
            </a:r>
            <a:r>
              <a:rPr lang="en-IN" sz="1400" dirty="0" err="1">
                <a:latin typeface="Gill Sans MT" panose="020B0502020104020203" pitchFamily="34" charset="0"/>
              </a:rPr>
              <a:t>Praat</a:t>
            </a:r>
            <a:r>
              <a:rPr lang="en-IN" sz="1400" dirty="0">
                <a:latin typeface="Gill Sans MT" panose="020B0502020104020203" pitchFamily="34" charset="0"/>
              </a:rPr>
              <a:t>) — pitch, pauses, and speech behavioural analysis </a:t>
            </a:r>
          </a:p>
          <a:p>
            <a:pPr marL="285750" indent="-285750">
              <a:buFont typeface="Arial" panose="020B0604020202020204" pitchFamily="34" charset="0"/>
              <a:buChar char="•"/>
            </a:pPr>
            <a:r>
              <a:rPr lang="en-IN" sz="1400" dirty="0">
                <a:latin typeface="Gill Sans MT" panose="020B0502020104020203" pitchFamily="34" charset="0"/>
              </a:rPr>
              <a:t>TQWT-based analysis for non-stationary emotional speech representation </a:t>
            </a:r>
          </a:p>
          <a:p>
            <a:endParaRPr lang="en-IN" sz="1400" dirty="0">
              <a:latin typeface="Gill Sans MT" panose="020B0502020104020203" pitchFamily="34" charset="0"/>
            </a:endParaRPr>
          </a:p>
          <a:p>
            <a:r>
              <a:rPr lang="en-IN" sz="1400" b="1" dirty="0">
                <a:latin typeface="Gill Sans MT" panose="020B0502020104020203" pitchFamily="34" charset="0"/>
              </a:rPr>
              <a:t>Text &amp; Linguistic Analysis</a:t>
            </a:r>
          </a:p>
          <a:p>
            <a:pPr marL="285750" indent="-285750">
              <a:buFont typeface="Arial" panose="020B0604020202020204" pitchFamily="34" charset="0"/>
              <a:buChar char="•"/>
            </a:pPr>
            <a:r>
              <a:rPr lang="en-IN" sz="1400" dirty="0">
                <a:latin typeface="Gill Sans MT" panose="020B0502020104020203" pitchFamily="34" charset="0"/>
              </a:rPr>
              <a:t>Sentence-BERT (SBERT) — semantic text embeddings </a:t>
            </a:r>
          </a:p>
          <a:p>
            <a:pPr marL="285750" indent="-285750">
              <a:buFont typeface="Arial" panose="020B0604020202020204" pitchFamily="34" charset="0"/>
              <a:buChar char="•"/>
            </a:pPr>
            <a:r>
              <a:rPr lang="en-IN" sz="1400" dirty="0">
                <a:latin typeface="Gill Sans MT" panose="020B0502020104020203" pitchFamily="34" charset="0"/>
              </a:rPr>
              <a:t>VADER Sentiment Analysis — sentiment and emotional polarity extraction </a:t>
            </a:r>
          </a:p>
          <a:p>
            <a:pPr marL="285750" indent="-285750">
              <a:buFont typeface="Arial" panose="020B0604020202020204" pitchFamily="34" charset="0"/>
              <a:buChar char="•"/>
            </a:pPr>
            <a:r>
              <a:rPr lang="en-IN" sz="1400" dirty="0">
                <a:latin typeface="Gill Sans MT" panose="020B0502020104020203" pitchFamily="34" charset="0"/>
              </a:rPr>
              <a:t>Transcript preprocessing and linguistic behavioural analysis </a:t>
            </a:r>
          </a:p>
          <a:p>
            <a:br>
              <a:rPr lang="en-IN" sz="1400" dirty="0">
                <a:latin typeface="Gill Sans MT" panose="020B0502020104020203" pitchFamily="34" charset="0"/>
              </a:rPr>
            </a:b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402480" marR="0" lvl="0" indent="0" algn="l" defTabSz="914400" rtl="0" eaLnBrk="1" fontAlgn="auto" latinLnBrk="0" hangingPunct="1">
              <a:lnSpc>
                <a:spcPct val="100000"/>
              </a:lnSpc>
              <a:spcBef>
                <a:spcPts val="55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601"/>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p:txBody>
      </p:sp>
      <p:sp>
        <p:nvSpPr>
          <p:cNvPr id="8" name="TextShape 3">
            <a:extLst>
              <a:ext uri="{FF2B5EF4-FFF2-40B4-BE49-F238E27FC236}">
                <a16:creationId xmlns:a16="http://schemas.microsoft.com/office/drawing/2014/main" id="{0F3DDA0F-0DA3-47C6-4D30-ECE219CAD6E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9" name="Picture 2">
            <a:extLst>
              <a:ext uri="{FF2B5EF4-FFF2-40B4-BE49-F238E27FC236}">
                <a16:creationId xmlns:a16="http://schemas.microsoft.com/office/drawing/2014/main" id="{4718E7B4-F5F0-974A-CB78-0CD9F6683CB0}"/>
              </a:ext>
            </a:extLst>
          </p:cNvPr>
          <p:cNvPicPr/>
          <p:nvPr/>
        </p:nvPicPr>
        <p:blipFill>
          <a:blip r:embed="rId2"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2542611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1767DC-6B2F-1E17-DF49-FD0BCEF5675E}"/>
              </a:ext>
            </a:extLst>
          </p:cNvPr>
          <p:cNvSpPr txBox="1"/>
          <p:nvPr/>
        </p:nvSpPr>
        <p:spPr>
          <a:xfrm>
            <a:off x="503548" y="555526"/>
            <a:ext cx="8136904" cy="2308324"/>
          </a:xfrm>
          <a:prstGeom prst="rect">
            <a:avLst/>
          </a:prstGeom>
          <a:noFill/>
        </p:spPr>
        <p:txBody>
          <a:bodyPr wrap="square">
            <a:spAutoFit/>
          </a:bodyPr>
          <a:lstStyle/>
          <a:p>
            <a:endParaRPr lang="en-IN" sz="1800" dirty="0">
              <a:latin typeface="Gill Sans MT" panose="020B0502020104020203" pitchFamily="34" charset="0"/>
            </a:endParaRPr>
          </a:p>
          <a:p>
            <a:r>
              <a:rPr lang="en-IN" sz="1400" b="1" dirty="0">
                <a:latin typeface="Gill Sans MT" panose="020B0502020104020203" pitchFamily="34" charset="0"/>
              </a:rPr>
              <a:t>Machine Learning &amp; Experimentation</a:t>
            </a:r>
          </a:p>
          <a:p>
            <a:pPr marL="285750" indent="-285750">
              <a:buFont typeface="Arial" panose="020B0604020202020204" pitchFamily="34" charset="0"/>
              <a:buChar char="•"/>
            </a:pPr>
            <a:r>
              <a:rPr lang="en-IN" sz="1400" dirty="0">
                <a:latin typeface="Gill Sans MT" panose="020B0502020104020203" pitchFamily="34" charset="0"/>
              </a:rPr>
              <a:t>Scikit-learn — SVM, Random Forest, Logistic Regression </a:t>
            </a:r>
          </a:p>
          <a:p>
            <a:pPr marL="285750" indent="-285750">
              <a:buFont typeface="Arial" panose="020B0604020202020204" pitchFamily="34" charset="0"/>
              <a:buChar char="•"/>
            </a:pPr>
            <a:r>
              <a:rPr lang="en-IN" sz="1400" dirty="0" err="1">
                <a:latin typeface="Gill Sans MT" panose="020B0502020104020203" pitchFamily="34" charset="0"/>
              </a:rPr>
              <a:t>XGBoost</a:t>
            </a:r>
            <a:r>
              <a:rPr lang="en-IN" sz="1400" dirty="0">
                <a:latin typeface="Gill Sans MT" panose="020B0502020104020203" pitchFamily="34" charset="0"/>
              </a:rPr>
              <a:t> &amp; </a:t>
            </a:r>
            <a:r>
              <a:rPr lang="en-IN" sz="1400" dirty="0" err="1">
                <a:latin typeface="Gill Sans MT" panose="020B0502020104020203" pitchFamily="34" charset="0"/>
              </a:rPr>
              <a:t>CatBoost</a:t>
            </a:r>
            <a:r>
              <a:rPr lang="en-IN" sz="1400" dirty="0">
                <a:latin typeface="Gill Sans MT" panose="020B0502020104020203" pitchFamily="34" charset="0"/>
              </a:rPr>
              <a:t> — ensemble-based depression classification </a:t>
            </a:r>
          </a:p>
          <a:p>
            <a:pPr marL="285750" indent="-285750">
              <a:buFont typeface="Arial" panose="020B0604020202020204" pitchFamily="34" charset="0"/>
              <a:buChar char="•"/>
            </a:pPr>
            <a:r>
              <a:rPr lang="en-IN" sz="1400" dirty="0">
                <a:latin typeface="Gill Sans MT" panose="020B0502020104020203" pitchFamily="34" charset="0"/>
              </a:rPr>
              <a:t>Pandas &amp; NumPy — preprocessing, feature handling, and dataset management </a:t>
            </a:r>
          </a:p>
          <a:p>
            <a:pPr marL="285750" indent="-285750">
              <a:buFont typeface="Arial" panose="020B0604020202020204" pitchFamily="34" charset="0"/>
              <a:buChar char="•"/>
            </a:pPr>
            <a:endParaRPr lang="en-IN" sz="1400" dirty="0">
              <a:latin typeface="Gill Sans MT" panose="020B0502020104020203" pitchFamily="34" charset="0"/>
            </a:endParaRPr>
          </a:p>
          <a:p>
            <a:r>
              <a:rPr lang="en-IN" sz="1400" b="1" dirty="0">
                <a:latin typeface="Gill Sans MT" panose="020B0502020104020203" pitchFamily="34" charset="0"/>
              </a:rPr>
              <a:t>Development Environment</a:t>
            </a:r>
          </a:p>
          <a:p>
            <a:pPr marL="285750" indent="-285750">
              <a:buFont typeface="Arial" panose="020B0604020202020204" pitchFamily="34" charset="0"/>
              <a:buChar char="•"/>
            </a:pPr>
            <a:r>
              <a:rPr lang="en-IN" sz="1400" dirty="0">
                <a:latin typeface="Gill Sans MT" panose="020B0502020104020203" pitchFamily="34" charset="0"/>
              </a:rPr>
              <a:t>Python 3.12 </a:t>
            </a:r>
          </a:p>
          <a:p>
            <a:pPr marL="285750" indent="-285750">
              <a:buFont typeface="Arial" panose="020B0604020202020204" pitchFamily="34" charset="0"/>
              <a:buChar char="•"/>
            </a:pPr>
            <a:r>
              <a:rPr lang="en-IN" sz="1400" dirty="0" err="1">
                <a:latin typeface="Gill Sans MT" panose="020B0502020104020203" pitchFamily="34" charset="0"/>
              </a:rPr>
              <a:t>Jupyter</a:t>
            </a:r>
            <a:r>
              <a:rPr lang="en-IN" sz="1400" dirty="0">
                <a:latin typeface="Gill Sans MT" panose="020B0502020104020203" pitchFamily="34" charset="0"/>
              </a:rPr>
              <a:t> Notebook </a:t>
            </a:r>
          </a:p>
          <a:p>
            <a:pPr marL="285750" indent="-285750">
              <a:buFont typeface="Arial" panose="020B0604020202020204" pitchFamily="34" charset="0"/>
              <a:buChar char="•"/>
            </a:pPr>
            <a:r>
              <a:rPr lang="en-IN" sz="1400" dirty="0">
                <a:latin typeface="Gill Sans MT" panose="020B0502020104020203" pitchFamily="34" charset="0"/>
              </a:rPr>
              <a:t>Matplotlib &amp; Seaborn for visualization and comparative analysis </a:t>
            </a:r>
          </a:p>
        </p:txBody>
      </p:sp>
      <p:sp>
        <p:nvSpPr>
          <p:cNvPr id="2" name="TextShape 3">
            <a:extLst>
              <a:ext uri="{FF2B5EF4-FFF2-40B4-BE49-F238E27FC236}">
                <a16:creationId xmlns:a16="http://schemas.microsoft.com/office/drawing/2014/main" id="{0FA9D92B-8317-7FB4-9466-767B39855996}"/>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2577020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71D57442-CEDF-6DDC-5BDD-B3586A7F8103}"/>
              </a:ext>
            </a:extLst>
          </p:cNvPr>
          <p:cNvSpPr txBox="1"/>
          <p:nvPr/>
        </p:nvSpPr>
        <p:spPr>
          <a:xfrm>
            <a:off x="395536" y="199083"/>
            <a:ext cx="8446604" cy="856980"/>
          </a:xfrm>
          <a:prstGeom prst="rect">
            <a:avLst/>
          </a:prstGeom>
          <a:noFill/>
          <a:ln>
            <a:noFill/>
          </a:ln>
        </p:spPr>
        <p:txBody>
          <a:bodyPr lIns="90000" tIns="45000" rIns="90000" bIns="45000" anchor="ctr">
            <a:noAutofit/>
          </a:bodyPr>
          <a:lstStyle/>
          <a:p>
            <a:pPr lvl="0">
              <a:defRPr/>
            </a:pPr>
            <a:r>
              <a:rPr lang="en-US" sz="2800" b="1" spc="-1" dirty="0">
                <a:solidFill>
                  <a:srgbClr val="572314"/>
                </a:solidFill>
                <a:latin typeface="Times New Roman" pitchFamily="18" charset="0"/>
                <a:cs typeface="Times New Roman" pitchFamily="18" charset="0"/>
              </a:rPr>
              <a:t>Experimentation</a:t>
            </a:r>
          </a:p>
        </p:txBody>
      </p:sp>
      <p:sp>
        <p:nvSpPr>
          <p:cNvPr id="106" name="TextShape 2">
            <a:extLst>
              <a:ext uri="{FF2B5EF4-FFF2-40B4-BE49-F238E27FC236}">
                <a16:creationId xmlns:a16="http://schemas.microsoft.com/office/drawing/2014/main" id="{0F55AB3E-207B-D54E-35F7-CF2E5F479503}"/>
              </a:ext>
            </a:extLst>
          </p:cNvPr>
          <p:cNvSpPr txBox="1"/>
          <p:nvPr/>
        </p:nvSpPr>
        <p:spPr>
          <a:xfrm>
            <a:off x="428596" y="706582"/>
            <a:ext cx="8504804" cy="3986466"/>
          </a:xfrm>
          <a:prstGeom prst="rect">
            <a:avLst/>
          </a:prstGeom>
          <a:noFill/>
          <a:ln>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 normalizeH="0" baseline="0" noProof="0" dirty="0">
                <a:ln>
                  <a:noFill/>
                </a:ln>
                <a:solidFill>
                  <a:srgbClr val="000000"/>
                </a:solidFill>
                <a:effectLst/>
                <a:uLnTx/>
                <a:uFillTx/>
                <a:latin typeface="Gill Sans MT"/>
                <a:ea typeface="+mn-ea"/>
                <a:cs typeface="+mn-cs"/>
              </a:rPr>
              <a:t>System Specifications: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spc="-1" dirty="0">
                <a:solidFill>
                  <a:srgbClr val="000000"/>
                </a:solidFill>
                <a:latin typeface="Gill Sans MT"/>
              </a:rPr>
              <a:t>Hardware Specifications:</a:t>
            </a: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spc="-1" dirty="0">
              <a:solidFill>
                <a:srgbClr val="000000"/>
              </a:solidFill>
              <a:latin typeface="Gill Sans MT"/>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spc="-1" dirty="0">
                <a:solidFill>
                  <a:srgbClr val="000000"/>
                </a:solidFill>
                <a:latin typeface="Gill Sans MT"/>
              </a:rPr>
              <a:t>Software Specifications: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spc="-1" dirty="0">
              <a:solidFill>
                <a:srgbClr val="000000"/>
              </a:solidFill>
              <a:latin typeface="Gill Sans MT"/>
            </a:endParaRP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2" cstate="print"/>
          <a:stretch/>
        </p:blipFill>
        <p:spPr>
          <a:xfrm>
            <a:off x="8173832" y="1890"/>
            <a:ext cx="970168" cy="913676"/>
          </a:xfrm>
          <a:prstGeom prst="rect">
            <a:avLst/>
          </a:prstGeom>
          <a:ln>
            <a:noFill/>
          </a:ln>
        </p:spPr>
      </p:pic>
      <p:graphicFrame>
        <p:nvGraphicFramePr>
          <p:cNvPr id="13" name="Table 12"/>
          <p:cNvGraphicFramePr>
            <a:graphicFrameLocks noGrp="1"/>
          </p:cNvGraphicFramePr>
          <p:nvPr>
            <p:extLst>
              <p:ext uri="{D42A27DB-BD31-4B8C-83A1-F6EECF244321}">
                <p14:modId xmlns:p14="http://schemas.microsoft.com/office/powerpoint/2010/main" val="2366667649"/>
              </p:ext>
            </p:extLst>
          </p:nvPr>
        </p:nvGraphicFramePr>
        <p:xfrm>
          <a:off x="457200" y="1530928"/>
          <a:ext cx="8229600" cy="1256844"/>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1046919671"/>
                    </a:ext>
                  </a:extLst>
                </a:gridCol>
                <a:gridCol w="4114800">
                  <a:extLst>
                    <a:ext uri="{9D8B030D-6E8A-4147-A177-3AD203B41FA5}">
                      <a16:colId xmlns:a16="http://schemas.microsoft.com/office/drawing/2014/main" val="595843301"/>
                    </a:ext>
                  </a:extLst>
                </a:gridCol>
              </a:tblGrid>
              <a:tr h="209474">
                <a:tc>
                  <a:txBody>
                    <a:bodyPr/>
                    <a:lstStyle/>
                    <a:p>
                      <a:pPr marL="0" marR="0" algn="l">
                        <a:lnSpc>
                          <a:spcPct val="107000"/>
                        </a:lnSpc>
                        <a:spcBef>
                          <a:spcPts val="0"/>
                        </a:spcBef>
                        <a:spcAft>
                          <a:spcPts val="800"/>
                        </a:spcAft>
                      </a:pPr>
                      <a:r>
                        <a:rPr lang="en-IN" sz="1100" kern="100">
                          <a:effectLst/>
                        </a:rPr>
                        <a:t>Component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a:effectLst/>
                        </a:rPr>
                        <a:t>Specification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47346122"/>
                  </a:ext>
                </a:extLst>
              </a:tr>
              <a:tr h="209474">
                <a:tc>
                  <a:txBody>
                    <a:bodyPr/>
                    <a:lstStyle/>
                    <a:p>
                      <a:pPr marL="0" marR="0" algn="l">
                        <a:lnSpc>
                          <a:spcPct val="107000"/>
                        </a:lnSpc>
                        <a:spcBef>
                          <a:spcPts val="0"/>
                        </a:spcBef>
                        <a:spcAft>
                          <a:spcPts val="800"/>
                        </a:spcAft>
                      </a:pPr>
                      <a:r>
                        <a:rPr lang="en-IN" sz="1100" kern="100">
                          <a:effectLst/>
                        </a:rPr>
                        <a:t>Processor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a:effectLst/>
                        </a:rPr>
                        <a:t>Intel Core i5-1235U (12th Gen)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56284026"/>
                  </a:ext>
                </a:extLst>
              </a:tr>
              <a:tr h="209474">
                <a:tc>
                  <a:txBody>
                    <a:bodyPr/>
                    <a:lstStyle/>
                    <a:p>
                      <a:pPr marL="0" marR="0" algn="l">
                        <a:lnSpc>
                          <a:spcPct val="107000"/>
                        </a:lnSpc>
                        <a:spcBef>
                          <a:spcPts val="0"/>
                        </a:spcBef>
                        <a:spcAft>
                          <a:spcPts val="800"/>
                        </a:spcAft>
                      </a:pPr>
                      <a:r>
                        <a:rPr lang="en-IN" sz="1100" kern="100">
                          <a:effectLst/>
                        </a:rPr>
                        <a:t>RAM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a:effectLst/>
                        </a:rPr>
                        <a:t>16 GB</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60871415"/>
                  </a:ext>
                </a:extLst>
              </a:tr>
              <a:tr h="209474">
                <a:tc>
                  <a:txBody>
                    <a:bodyPr/>
                    <a:lstStyle/>
                    <a:p>
                      <a:pPr marL="0" marR="0" algn="l">
                        <a:lnSpc>
                          <a:spcPct val="107000"/>
                        </a:lnSpc>
                        <a:spcBef>
                          <a:spcPts val="0"/>
                        </a:spcBef>
                        <a:spcAft>
                          <a:spcPts val="800"/>
                        </a:spcAft>
                      </a:pPr>
                      <a:r>
                        <a:rPr lang="en-IN" sz="1100" kern="100" dirty="0">
                          <a:effectLst/>
                        </a:rPr>
                        <a:t>GPU</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a:effectLst/>
                        </a:rPr>
                        <a:t>NVIDIA GeForce MX550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50980769"/>
                  </a:ext>
                </a:extLst>
              </a:tr>
              <a:tr h="209474">
                <a:tc>
                  <a:txBody>
                    <a:bodyPr/>
                    <a:lstStyle/>
                    <a:p>
                      <a:pPr marL="0" marR="0" algn="l">
                        <a:lnSpc>
                          <a:spcPct val="107000"/>
                        </a:lnSpc>
                        <a:spcBef>
                          <a:spcPts val="0"/>
                        </a:spcBef>
                        <a:spcAft>
                          <a:spcPts val="800"/>
                        </a:spcAft>
                      </a:pPr>
                      <a:r>
                        <a:rPr lang="en-IN" sz="1100" kern="100">
                          <a:effectLst/>
                        </a:rPr>
                        <a:t>Operating System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dirty="0">
                          <a:effectLst/>
                        </a:rPr>
                        <a:t>Windows 11 Home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1008660"/>
                  </a:ext>
                </a:extLst>
              </a:tr>
              <a:tr h="209474">
                <a:tc>
                  <a:txBody>
                    <a:bodyPr/>
                    <a:lstStyle/>
                    <a:p>
                      <a:pPr marL="0" marR="0" algn="l">
                        <a:lnSpc>
                          <a:spcPct val="107000"/>
                        </a:lnSpc>
                        <a:spcBef>
                          <a:spcPts val="0"/>
                        </a:spcBef>
                        <a:spcAft>
                          <a:spcPts val="800"/>
                        </a:spcAft>
                      </a:pPr>
                      <a:r>
                        <a:rPr lang="en-IN" sz="1100" kern="100" dirty="0">
                          <a:effectLst/>
                        </a:rPr>
                        <a:t>System Type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lnSpc>
                          <a:spcPct val="107000"/>
                        </a:lnSpc>
                        <a:spcBef>
                          <a:spcPts val="0"/>
                        </a:spcBef>
                        <a:spcAft>
                          <a:spcPts val="800"/>
                        </a:spcAft>
                      </a:pPr>
                      <a:r>
                        <a:rPr lang="en-IN" sz="1100" kern="100" dirty="0">
                          <a:effectLst/>
                        </a:rPr>
                        <a:t>64-bit Operating System</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17776949"/>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549003840"/>
              </p:ext>
            </p:extLst>
          </p:nvPr>
        </p:nvGraphicFramePr>
        <p:xfrm>
          <a:off x="457200" y="3219822"/>
          <a:ext cx="8229600" cy="1704789"/>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2646648247"/>
                    </a:ext>
                  </a:extLst>
                </a:gridCol>
                <a:gridCol w="4114800">
                  <a:extLst>
                    <a:ext uri="{9D8B030D-6E8A-4147-A177-3AD203B41FA5}">
                      <a16:colId xmlns:a16="http://schemas.microsoft.com/office/drawing/2014/main" val="3369978643"/>
                    </a:ext>
                  </a:extLst>
                </a:gridCol>
              </a:tblGrid>
              <a:tr h="68994">
                <a:tc>
                  <a:txBody>
                    <a:bodyPr/>
                    <a:lstStyle/>
                    <a:p>
                      <a:pPr marL="0" marR="0">
                        <a:lnSpc>
                          <a:spcPct val="107000"/>
                        </a:lnSpc>
                        <a:spcBef>
                          <a:spcPts val="0"/>
                        </a:spcBef>
                        <a:spcAft>
                          <a:spcPts val="800"/>
                        </a:spcAft>
                      </a:pPr>
                      <a:r>
                        <a:rPr lang="en-IN" sz="1100" kern="100">
                          <a:effectLst/>
                        </a:rPr>
                        <a:t>Software / Tool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Purpose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47266337"/>
                  </a:ext>
                </a:extLst>
              </a:tr>
              <a:tr h="68994">
                <a:tc>
                  <a:txBody>
                    <a:bodyPr/>
                    <a:lstStyle/>
                    <a:p>
                      <a:pPr marL="0" marR="0">
                        <a:lnSpc>
                          <a:spcPct val="107000"/>
                        </a:lnSpc>
                        <a:spcBef>
                          <a:spcPts val="0"/>
                        </a:spcBef>
                        <a:spcAft>
                          <a:spcPts val="800"/>
                        </a:spcAft>
                      </a:pPr>
                      <a:r>
                        <a:rPr lang="en-IN" sz="1100" kern="100">
                          <a:effectLst/>
                        </a:rPr>
                        <a:t>Python 3.12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Core implementation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95554625"/>
                  </a:ext>
                </a:extLst>
              </a:tr>
              <a:tr h="68994">
                <a:tc>
                  <a:txBody>
                    <a:bodyPr/>
                    <a:lstStyle/>
                    <a:p>
                      <a:pPr marL="0" marR="0">
                        <a:lnSpc>
                          <a:spcPct val="107000"/>
                        </a:lnSpc>
                        <a:spcBef>
                          <a:spcPts val="0"/>
                        </a:spcBef>
                        <a:spcAft>
                          <a:spcPts val="800"/>
                        </a:spcAft>
                      </a:pPr>
                      <a:r>
                        <a:rPr lang="en-IN" sz="1100" kern="100">
                          <a:effectLst/>
                        </a:rPr>
                        <a:t>Jupyter Notebook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Experimentation environment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05217501"/>
                  </a:ext>
                </a:extLst>
              </a:tr>
              <a:tr h="68994">
                <a:tc>
                  <a:txBody>
                    <a:bodyPr/>
                    <a:lstStyle/>
                    <a:p>
                      <a:pPr marL="0" marR="0">
                        <a:lnSpc>
                          <a:spcPct val="107000"/>
                        </a:lnSpc>
                        <a:spcBef>
                          <a:spcPts val="0"/>
                        </a:spcBef>
                        <a:spcAft>
                          <a:spcPts val="800"/>
                        </a:spcAft>
                      </a:pPr>
                      <a:r>
                        <a:rPr lang="en-IN" sz="1100" kern="100">
                          <a:effectLst/>
                        </a:rPr>
                        <a:t>Librosa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Audio feature extraction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4241137"/>
                  </a:ext>
                </a:extLst>
              </a:tr>
              <a:tr h="68994">
                <a:tc>
                  <a:txBody>
                    <a:bodyPr/>
                    <a:lstStyle/>
                    <a:p>
                      <a:pPr marL="0" marR="0">
                        <a:lnSpc>
                          <a:spcPct val="107000"/>
                        </a:lnSpc>
                        <a:spcBef>
                          <a:spcPts val="0"/>
                        </a:spcBef>
                        <a:spcAft>
                          <a:spcPts val="800"/>
                        </a:spcAft>
                      </a:pPr>
                      <a:r>
                        <a:rPr lang="en-IN" sz="1100" kern="100">
                          <a:effectLst/>
                        </a:rPr>
                        <a:t>Parselmouth</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Speech signal analysis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36708021"/>
                  </a:ext>
                </a:extLst>
              </a:tr>
              <a:tr h="68994">
                <a:tc>
                  <a:txBody>
                    <a:bodyPr/>
                    <a:lstStyle/>
                    <a:p>
                      <a:pPr marL="0" marR="0">
                        <a:lnSpc>
                          <a:spcPct val="107000"/>
                        </a:lnSpc>
                        <a:spcBef>
                          <a:spcPts val="0"/>
                        </a:spcBef>
                        <a:spcAft>
                          <a:spcPts val="800"/>
                        </a:spcAft>
                      </a:pPr>
                      <a:r>
                        <a:rPr lang="en-IN" sz="1100" kern="100">
                          <a:effectLst/>
                        </a:rPr>
                        <a:t>Sentence-BERT (SBERT)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Semantic text embeddings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65569807"/>
                  </a:ext>
                </a:extLst>
              </a:tr>
              <a:tr h="68994">
                <a:tc>
                  <a:txBody>
                    <a:bodyPr/>
                    <a:lstStyle/>
                    <a:p>
                      <a:pPr marL="0" marR="0">
                        <a:lnSpc>
                          <a:spcPct val="107000"/>
                        </a:lnSpc>
                        <a:spcBef>
                          <a:spcPts val="0"/>
                        </a:spcBef>
                        <a:spcAft>
                          <a:spcPts val="800"/>
                        </a:spcAft>
                      </a:pPr>
                      <a:r>
                        <a:rPr lang="en-IN" sz="1100" kern="100">
                          <a:effectLst/>
                        </a:rPr>
                        <a:t>Scikit-learn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Machine learning models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96491754"/>
                  </a:ext>
                </a:extLst>
              </a:tr>
              <a:tr h="68994">
                <a:tc>
                  <a:txBody>
                    <a:bodyPr/>
                    <a:lstStyle/>
                    <a:p>
                      <a:pPr marL="0" marR="0">
                        <a:lnSpc>
                          <a:spcPct val="107000"/>
                        </a:lnSpc>
                        <a:spcBef>
                          <a:spcPts val="0"/>
                        </a:spcBef>
                        <a:spcAft>
                          <a:spcPts val="800"/>
                        </a:spcAft>
                      </a:pPr>
                      <a:r>
                        <a:rPr lang="en-IN" sz="1100" kern="100">
                          <a:effectLst/>
                        </a:rPr>
                        <a:t>Pandas &amp; NumPy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a:effectLst/>
                        </a:rPr>
                        <a:t>Data handling and preprocessing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04475186"/>
                  </a:ext>
                </a:extLst>
              </a:tr>
              <a:tr h="68994">
                <a:tc>
                  <a:txBody>
                    <a:bodyPr/>
                    <a:lstStyle/>
                    <a:p>
                      <a:pPr marL="0" marR="0">
                        <a:lnSpc>
                          <a:spcPct val="107000"/>
                        </a:lnSpc>
                        <a:spcBef>
                          <a:spcPts val="0"/>
                        </a:spcBef>
                        <a:spcAft>
                          <a:spcPts val="800"/>
                        </a:spcAft>
                      </a:pPr>
                      <a:r>
                        <a:rPr lang="en-IN" sz="1100" kern="100">
                          <a:effectLst/>
                        </a:rPr>
                        <a:t>Matplotlib &amp; Seaborn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100" kern="100" dirty="0">
                          <a:effectLst/>
                        </a:rPr>
                        <a:t>Visualization and plotting</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74165751"/>
                  </a:ext>
                </a:extLst>
              </a:tr>
            </a:tbl>
          </a:graphicData>
        </a:graphic>
      </p:graphicFrame>
    </p:spTree>
    <p:extLst>
      <p:ext uri="{BB962C8B-B14F-4D97-AF65-F5344CB8AC3E}">
        <p14:creationId xmlns:p14="http://schemas.microsoft.com/office/powerpoint/2010/main" val="187728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Experimental Analysis:</a:t>
            </a:r>
          </a:p>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L="285750" lvl="0" indent="-285750">
              <a:buFont typeface="Arial" panose="020B0604020202020204" pitchFamily="34" charset="0"/>
              <a:buChar char="•"/>
              <a:defRPr/>
            </a:pPr>
            <a:r>
              <a:rPr lang="en-US" sz="1400" dirty="0">
                <a:latin typeface="Gill Sans MT" panose="020B0502020104020203" pitchFamily="34" charset="0"/>
              </a:rPr>
              <a:t>The experimental results clearly demonstrate that the multimodal approach consistently achieved better classification performance compared to text-only and audio-only models across all conversational phases. </a:t>
            </a:r>
          </a:p>
          <a:p>
            <a:pPr marL="285750" lvl="0" indent="-285750">
              <a:buFont typeface="Arial" panose="020B0604020202020204" pitchFamily="34" charset="0"/>
              <a:buChar char="•"/>
              <a:defRPr/>
            </a:pPr>
            <a:r>
              <a:rPr lang="en-US" sz="1400" dirty="0">
                <a:latin typeface="Gill Sans MT" panose="020B0502020104020203" pitchFamily="34" charset="0"/>
              </a:rPr>
              <a:t>By combining both audio and linguistic information, the multimodal framework was able to capture complementary behavioral patterns associated with depression more effectively. </a:t>
            </a:r>
          </a:p>
          <a:p>
            <a:pPr marL="285750" lvl="0" indent="-285750">
              <a:buFont typeface="Arial" panose="020B0604020202020204" pitchFamily="34" charset="0"/>
              <a:buChar char="•"/>
              <a:defRPr/>
            </a:pPr>
            <a:r>
              <a:rPr lang="en-US" sz="1400" dirty="0">
                <a:latin typeface="Gill Sans MT" panose="020B0502020104020203" pitchFamily="34" charset="0"/>
              </a:rPr>
              <a:t>The text-only models primarily captured semantic and emotional information from participant transcripts, while the audio-only models focused on acoustic characteristics such as pitch, pauses, energy variation, and speaking rate. However, each individual modality contained limited behavioral information when used independently. </a:t>
            </a:r>
          </a:p>
          <a:p>
            <a:pPr marL="285750" lvl="0" indent="-285750">
              <a:buFont typeface="Arial" panose="020B0604020202020204" pitchFamily="34" charset="0"/>
              <a:buChar char="•"/>
              <a:defRPr/>
            </a:pPr>
            <a:r>
              <a:rPr lang="en-US" sz="1400" dirty="0">
                <a:latin typeface="Gill Sans MT" panose="020B0502020104020203" pitchFamily="34" charset="0"/>
              </a:rPr>
              <a:t>In contrast, the multimodal framework integrated both vocal and linguistic cues, allowing the classifiers to learn richer and more discriminative behavioral representations. </a:t>
            </a:r>
          </a:p>
          <a:p>
            <a:pPr marL="285750" lvl="0" indent="-285750">
              <a:buFont typeface="Arial" panose="020B0604020202020204" pitchFamily="34" charset="0"/>
              <a:buChar char="•"/>
              <a:defRPr/>
            </a:pPr>
            <a:r>
              <a:rPr lang="en-US" sz="1400" dirty="0">
                <a:latin typeface="Gill Sans MT" panose="020B0502020104020203" pitchFamily="34" charset="0"/>
              </a:rPr>
              <a:t>This fusion significantly improved model robustness, classification stability, and overall prediction capability. Among all conversational phases, Phase 1 consistently achieved the highest accuracy across most models in the multimodal experiments. </a:t>
            </a:r>
          </a:p>
          <a:p>
            <a:pPr marL="285750" lvl="0" indent="-285750">
              <a:buFont typeface="Arial" panose="020B0604020202020204" pitchFamily="34" charset="0"/>
              <a:buChar char="•"/>
              <a:defRPr/>
            </a:pPr>
            <a:r>
              <a:rPr lang="en-US" sz="1400" dirty="0">
                <a:latin typeface="Gill Sans MT" panose="020B0502020104020203" pitchFamily="34" charset="0"/>
              </a:rPr>
              <a:t>This indicates that the beginning stage of the interview contains stronger and more distinguishable depression-related cues.</a:t>
            </a:r>
            <a:endParaRPr lang="en-US" sz="1400" spc="-1" dirty="0">
              <a:solidFill>
                <a:srgbClr val="000000"/>
              </a:solidFill>
              <a:latin typeface="Gill Sans MT" panose="020B05020201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Tree>
    <p:extLst>
      <p:ext uri="{BB962C8B-B14F-4D97-AF65-F5344CB8AC3E}">
        <p14:creationId xmlns:p14="http://schemas.microsoft.com/office/powerpoint/2010/main" val="2449438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2" cstate="print"/>
          <a:stretch/>
        </p:blipFill>
        <p:spPr>
          <a:xfrm>
            <a:off x="8173832" y="1890"/>
            <a:ext cx="970168" cy="913676"/>
          </a:xfrm>
          <a:prstGeom prst="rect">
            <a:avLst/>
          </a:prstGeom>
          <a:ln>
            <a:noFill/>
          </a:ln>
        </p:spPr>
      </p:pic>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395536" y="915566"/>
            <a:ext cx="8136904" cy="3744416"/>
          </a:xfrm>
          <a:prstGeom prst="rect">
            <a:avLst/>
          </a:prstGeom>
        </p:spPr>
      </p:pic>
    </p:spTree>
    <p:extLst>
      <p:ext uri="{BB962C8B-B14F-4D97-AF65-F5344CB8AC3E}">
        <p14:creationId xmlns:p14="http://schemas.microsoft.com/office/powerpoint/2010/main" val="521667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2" cstate="print"/>
          <a:stretch/>
        </p:blipFill>
        <p:spPr>
          <a:xfrm>
            <a:off x="8173832" y="1890"/>
            <a:ext cx="970168" cy="913676"/>
          </a:xfrm>
          <a:prstGeom prst="rect">
            <a:avLst/>
          </a:prstGeom>
          <a:ln>
            <a:noFill/>
          </a:ln>
        </p:spPr>
      </p:pic>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457200" y="915566"/>
            <a:ext cx="8156520" cy="3813484"/>
          </a:xfrm>
          <a:prstGeom prst="rect">
            <a:avLst/>
          </a:prstGeom>
        </p:spPr>
      </p:pic>
    </p:spTree>
    <p:extLst>
      <p:ext uri="{BB962C8B-B14F-4D97-AF65-F5344CB8AC3E}">
        <p14:creationId xmlns:p14="http://schemas.microsoft.com/office/powerpoint/2010/main" val="3373122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2" cstate="print"/>
          <a:stretch/>
        </p:blipFill>
        <p:spPr>
          <a:xfrm>
            <a:off x="8173832" y="1890"/>
            <a:ext cx="970168" cy="913676"/>
          </a:xfrm>
          <a:prstGeom prst="rect">
            <a:avLst/>
          </a:prstGeom>
          <a:ln>
            <a:noFill/>
          </a:ln>
        </p:spPr>
      </p:pic>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395536" y="915566"/>
            <a:ext cx="8218184" cy="3744416"/>
          </a:xfrm>
          <a:prstGeom prst="rect">
            <a:avLst/>
          </a:prstGeom>
        </p:spPr>
      </p:pic>
    </p:spTree>
    <p:extLst>
      <p:ext uri="{BB962C8B-B14F-4D97-AF65-F5344CB8AC3E}">
        <p14:creationId xmlns:p14="http://schemas.microsoft.com/office/powerpoint/2010/main" val="2489288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lvl="0">
              <a:defRPr/>
            </a:pPr>
            <a:r>
              <a:rPr lang="en-US" sz="1600" b="1" dirty="0"/>
              <a:t>Comparative Performance Analysis of Multimodal Models:</a:t>
            </a:r>
          </a:p>
          <a:p>
            <a:pPr lvl="0">
              <a:defRPr/>
            </a:pPr>
            <a:endParaRPr lang="en-US" sz="1600" b="1" spc="-1" dirty="0">
              <a:solidFill>
                <a:srgbClr val="000000"/>
              </a:solidFill>
              <a:latin typeface="Gill Sans MT"/>
            </a:endParaRPr>
          </a:p>
          <a:p>
            <a:pPr marL="285750" lvl="0" indent="-285750">
              <a:buFont typeface="Arial" panose="020B0604020202020204" pitchFamily="34" charset="0"/>
              <a:buChar char="•"/>
              <a:defRPr/>
            </a:pPr>
            <a:r>
              <a:rPr lang="en-US" sz="1400" dirty="0">
                <a:latin typeface="Gill Sans MT" panose="020B0502020104020203" pitchFamily="34" charset="0"/>
              </a:rPr>
              <a:t>The proposed multimodal framework was evaluated using multiple machine learning models across three conversational phases of the DAIC-WOZ interviews. Performance was measured using Accuracy, Precision, Recall, and F1-score. </a:t>
            </a:r>
          </a:p>
          <a:p>
            <a:pPr marL="285750" lvl="0" indent="-285750">
              <a:buFont typeface="Arial" panose="020B0604020202020204" pitchFamily="34" charset="0"/>
              <a:buChar char="•"/>
              <a:defRPr/>
            </a:pPr>
            <a:r>
              <a:rPr lang="en-US" sz="1400" dirty="0">
                <a:latin typeface="Gill Sans MT" panose="020B0502020104020203" pitchFamily="34" charset="0"/>
              </a:rPr>
              <a:t>Among all models, the Random Forest classifier achieved the best overall performance in Phase 1 with an accuracy of 83.89% and recall of 0.8889, indicating strong depression detection capability during the initial conversational stage.</a:t>
            </a:r>
          </a:p>
          <a:p>
            <a:pPr marL="285750" lvl="0" indent="-285750">
              <a:buFont typeface="Arial" panose="020B0604020202020204" pitchFamily="34" charset="0"/>
              <a:buChar char="•"/>
              <a:defRPr/>
            </a:pPr>
            <a:endParaRPr lang="en-US" sz="1400" dirty="0">
              <a:latin typeface="Gill Sans MT" panose="020B0502020104020203" pitchFamily="34" charset="0"/>
            </a:endParaRPr>
          </a:p>
          <a:p>
            <a:pPr marL="285750" lvl="0" indent="-285750">
              <a:buFont typeface="Arial" panose="020B0604020202020204" pitchFamily="34" charset="0"/>
              <a:buChar char="•"/>
              <a:defRPr/>
            </a:pPr>
            <a:endParaRPr lang="en-US" sz="1400" dirty="0">
              <a:latin typeface="Gill Sans MT" panose="020B0502020104020203" pitchFamily="34" charset="0"/>
            </a:endParaRPr>
          </a:p>
          <a:p>
            <a:pPr lvl="0">
              <a:defRPr/>
            </a:pPr>
            <a:endParaRPr lang="en-US" sz="1400" b="1" spc="-1" dirty="0">
              <a:solidFill>
                <a:srgbClr val="000000"/>
              </a:solidFill>
              <a:latin typeface="Gill Sans MT" panose="020B05020201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2" name="AutoShape 2" descr="blob:https://web.whatsapp.com/605fb86f-ef1d-4abe-bf69-c1a421eb83b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rotWithShape="1">
          <a:blip r:embed="rId4"/>
          <a:srcRect l="1862" t="8253" r="1737" b="4827"/>
          <a:stretch>
            <a:fillRect/>
          </a:stretch>
        </p:blipFill>
        <p:spPr>
          <a:xfrm>
            <a:off x="603650" y="2464027"/>
            <a:ext cx="7992889" cy="2484565"/>
          </a:xfrm>
          <a:prstGeom prst="rect">
            <a:avLst/>
          </a:prstGeom>
        </p:spPr>
      </p:pic>
      <p:sp>
        <p:nvSpPr>
          <p:cNvPr id="4" name="TextBox 3">
            <a:extLst>
              <a:ext uri="{FF2B5EF4-FFF2-40B4-BE49-F238E27FC236}">
                <a16:creationId xmlns:a16="http://schemas.microsoft.com/office/drawing/2014/main" id="{1A0AC4E9-9556-5E2D-2784-722DF01E6AB5}"/>
              </a:ext>
            </a:extLst>
          </p:cNvPr>
          <p:cNvSpPr txBox="1"/>
          <p:nvPr/>
        </p:nvSpPr>
        <p:spPr>
          <a:xfrm>
            <a:off x="1755779" y="2201647"/>
            <a:ext cx="5688632" cy="262380"/>
          </a:xfrm>
          <a:prstGeom prst="rect">
            <a:avLst/>
          </a:prstGeom>
          <a:noFill/>
        </p:spPr>
        <p:txBody>
          <a:bodyPr wrap="square">
            <a:spAutoFit/>
          </a:bodyPr>
          <a:lstStyle/>
          <a:p>
            <a:pPr algn="ctr">
              <a:lnSpc>
                <a:spcPct val="115000"/>
              </a:lnSpc>
              <a:spcAft>
                <a:spcPts val="1000"/>
              </a:spcAft>
              <a:buNone/>
            </a:pPr>
            <a:r>
              <a:rPr lang="it-IT" sz="1050" dirty="0"/>
              <a:t>Phase-wise Multimodal Model Performance Comparison</a:t>
            </a:r>
            <a:endParaRPr lang="en-IN" sz="1050" dirty="0">
              <a:effectLst/>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734302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lvl="0">
              <a:defRPr/>
            </a:pPr>
            <a:r>
              <a:rPr lang="en-US" sz="1600" b="1" dirty="0"/>
              <a:t>Phase-Wise Depression Analysis:</a:t>
            </a:r>
          </a:p>
          <a:p>
            <a:pPr lvl="0">
              <a:defRPr/>
            </a:pPr>
            <a:endParaRPr lang="en-US" sz="1400" b="1" spc="-1" dirty="0">
              <a:solidFill>
                <a:srgbClr val="000000"/>
              </a:solidFill>
              <a:latin typeface="Gill Sans MT" panose="020B05020201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2" name="AutoShape 2" descr="blob:https://web.whatsapp.com/605fb86f-ef1d-4abe-bf69-c1a421eb83b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p:cNvPicPr/>
          <p:nvPr/>
        </p:nvPicPr>
        <p:blipFill>
          <a:blip r:embed="rId4">
            <a:extLst>
              <a:ext uri="{28A0092B-C50C-407E-A947-70E740481C1C}">
                <a14:useLocalDpi xmlns:a14="http://schemas.microsoft.com/office/drawing/2010/main" val="0"/>
              </a:ext>
            </a:extLst>
          </a:blip>
          <a:stretch>
            <a:fillRect/>
          </a:stretch>
        </p:blipFill>
        <p:spPr>
          <a:xfrm>
            <a:off x="332800" y="987574"/>
            <a:ext cx="8098924" cy="3780142"/>
          </a:xfrm>
          <a:prstGeom prst="rect">
            <a:avLst/>
          </a:prstGeom>
        </p:spPr>
      </p:pic>
    </p:spTree>
    <p:extLst>
      <p:ext uri="{BB962C8B-B14F-4D97-AF65-F5344CB8AC3E}">
        <p14:creationId xmlns:p14="http://schemas.microsoft.com/office/powerpoint/2010/main" val="714017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lvl="0">
              <a:defRPr/>
            </a:pPr>
            <a:endParaRPr lang="en-US" sz="1600" b="1" dirty="0"/>
          </a:p>
          <a:p>
            <a:pPr lvl="0">
              <a:defRPr/>
            </a:pPr>
            <a:endParaRPr lang="en-US" sz="1400" b="1" spc="-1" dirty="0">
              <a:solidFill>
                <a:srgbClr val="000000"/>
              </a:solidFill>
              <a:latin typeface="Gill Sans MT" panose="020B05020201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2" name="AutoShape 2" descr="blob:https://web.whatsapp.com/605fb86f-ef1d-4abe-bf69-c1a421eb83b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p:nvPr/>
        </p:nvPicPr>
        <p:blipFill>
          <a:blip r:embed="rId4">
            <a:extLst>
              <a:ext uri="{28A0092B-C50C-407E-A947-70E740481C1C}">
                <a14:useLocalDpi xmlns:a14="http://schemas.microsoft.com/office/drawing/2010/main" val="0"/>
              </a:ext>
            </a:extLst>
          </a:blip>
          <a:stretch>
            <a:fillRect/>
          </a:stretch>
        </p:blipFill>
        <p:spPr>
          <a:xfrm>
            <a:off x="457200" y="915566"/>
            <a:ext cx="8075240" cy="3672408"/>
          </a:xfrm>
          <a:prstGeom prst="rect">
            <a:avLst/>
          </a:prstGeom>
        </p:spPr>
      </p:pic>
    </p:spTree>
    <p:extLst>
      <p:ext uri="{BB962C8B-B14F-4D97-AF65-F5344CB8AC3E}">
        <p14:creationId xmlns:p14="http://schemas.microsoft.com/office/powerpoint/2010/main" val="343112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11510"/>
            <a:ext cx="8504804" cy="4105034"/>
          </a:xfrm>
          <a:prstGeom prst="rect">
            <a:avLst/>
          </a:prstGeom>
          <a:noFill/>
          <a:ln>
            <a:noFill/>
          </a:ln>
        </p:spPr>
        <p:txBody>
          <a:bodyPr lIns="90000" tIns="45000" rIns="90000" bIns="45000">
            <a:noAutofit/>
          </a:bodyPr>
          <a:lstStyle/>
          <a:p>
            <a:pPr lvl="0">
              <a:defRPr/>
            </a:pPr>
            <a:endParaRPr lang="en-US" sz="1600" b="1" dirty="0"/>
          </a:p>
          <a:p>
            <a:pPr lvl="0">
              <a:defRPr/>
            </a:pPr>
            <a:endParaRPr lang="en-US" sz="1400" b="1" spc="-1" dirty="0">
              <a:solidFill>
                <a:srgbClr val="000000"/>
              </a:solidFill>
              <a:latin typeface="Gill Sans MT" panose="020B0502020104020203"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2" name="AutoShape 2" descr="blob:https://web.whatsapp.com/605fb86f-ef1d-4abe-bf69-c1a421eb83b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p:nvPr/>
        </p:nvPicPr>
        <p:blipFill>
          <a:blip r:embed="rId4">
            <a:extLst>
              <a:ext uri="{28A0092B-C50C-407E-A947-70E740481C1C}">
                <a14:useLocalDpi xmlns:a14="http://schemas.microsoft.com/office/drawing/2010/main" val="0"/>
              </a:ext>
            </a:extLst>
          </a:blip>
          <a:stretch>
            <a:fillRect/>
          </a:stretch>
        </p:blipFill>
        <p:spPr>
          <a:xfrm>
            <a:off x="457200" y="915566"/>
            <a:ext cx="8075240" cy="3786941"/>
          </a:xfrm>
          <a:prstGeom prst="rect">
            <a:avLst/>
          </a:prstGeom>
        </p:spPr>
      </p:pic>
    </p:spTree>
    <p:extLst>
      <p:ext uri="{BB962C8B-B14F-4D97-AF65-F5344CB8AC3E}">
        <p14:creationId xmlns:p14="http://schemas.microsoft.com/office/powerpoint/2010/main" val="4192005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457200" y="458728"/>
            <a:ext cx="8504804"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3970318"/>
          </a:xfrm>
          <a:prstGeom prst="rect">
            <a:avLst/>
          </a:prstGeom>
        </p:spPr>
        <p:txBody>
          <a:bodyPr wrap="square">
            <a:spAutoFit/>
          </a:bodyPr>
          <a:lstStyle/>
          <a:p>
            <a:pPr marL="285750" indent="-285750">
              <a:buFont typeface="Arial" panose="020B0604020202020204" pitchFamily="34" charset="0"/>
              <a:buChar char="•"/>
            </a:pPr>
            <a:r>
              <a:rPr lang="en-IN" sz="1400" dirty="0">
                <a:latin typeface="Gill Sans MT" panose="020B0502020104020203" pitchFamily="34" charset="0"/>
                <a:ea typeface="Calibri" panose="020F0502020204030204" pitchFamily="34" charset="0"/>
                <a:cs typeface="Times New Roman" panose="02020603050405020304" pitchFamily="18" charset="0"/>
              </a:rPr>
              <a:t>The phase-wise experimental results show that Phase 1 consistently achieved the highest classification accuracy across all three approaches. </a:t>
            </a:r>
          </a:p>
          <a:p>
            <a:endParaRPr lang="en-IN" sz="1400" dirty="0">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400" dirty="0">
                <a:latin typeface="Gill Sans MT" panose="020B0502020104020203" pitchFamily="34" charset="0"/>
                <a:ea typeface="Calibri" panose="020F0502020204030204" pitchFamily="34" charset="0"/>
                <a:cs typeface="Times New Roman" panose="02020603050405020304" pitchFamily="18" charset="0"/>
              </a:rPr>
              <a:t>In the text-only framework, Phase 1 produced the strongest performance, indicating that early conversational language patterns contain significant semantic and emotional indicators of depression. </a:t>
            </a:r>
          </a:p>
          <a:p>
            <a:endParaRPr lang="en-IN" sz="1400" dirty="0">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400" dirty="0">
                <a:latin typeface="Gill Sans MT" panose="020B0502020104020203" pitchFamily="34" charset="0"/>
                <a:ea typeface="Calibri" panose="020F0502020204030204" pitchFamily="34" charset="0"/>
                <a:cs typeface="Times New Roman" panose="02020603050405020304" pitchFamily="18" charset="0"/>
              </a:rPr>
              <a:t>Similarly, the audio-only framework achieved better performance during the beginning stage, suggesting that initial vocal </a:t>
            </a:r>
            <a:r>
              <a:rPr lang="en-IN" sz="1400" dirty="0" err="1">
                <a:latin typeface="Gill Sans MT" panose="020B0502020104020203" pitchFamily="34" charset="0"/>
                <a:ea typeface="Calibri" panose="020F0502020204030204" pitchFamily="34" charset="0"/>
                <a:cs typeface="Times New Roman" panose="02020603050405020304" pitchFamily="18" charset="0"/>
              </a:rPr>
              <a:t>behavior</a:t>
            </a:r>
            <a:r>
              <a:rPr lang="en-IN" sz="1400" dirty="0">
                <a:latin typeface="Gill Sans MT" panose="020B0502020104020203" pitchFamily="34" charset="0"/>
                <a:ea typeface="Calibri" panose="020F0502020204030204" pitchFamily="34" charset="0"/>
                <a:cs typeface="Times New Roman" panose="02020603050405020304" pitchFamily="18" charset="0"/>
              </a:rPr>
              <a:t> contains distinguishable acoustic cues such as hesitation, reduced confidence, abnormal pauses, and lower vocal variability.</a:t>
            </a:r>
          </a:p>
          <a:p>
            <a:endParaRPr lang="en-IN" sz="1400" dirty="0">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400" dirty="0">
                <a:latin typeface="Gill Sans MT" panose="020B0502020104020203" pitchFamily="34" charset="0"/>
                <a:ea typeface="Calibri" panose="020F0502020204030204" pitchFamily="34" charset="0"/>
                <a:cs typeface="Times New Roman" panose="02020603050405020304" pitchFamily="18" charset="0"/>
              </a:rPr>
              <a:t>The multimodal framework achieved the best overall performance among all approaches by combining audio and textual behavioural information. </a:t>
            </a:r>
          </a:p>
          <a:p>
            <a:endParaRPr lang="en-IN" sz="1400" dirty="0">
              <a:latin typeface="Gill Sans MT" panose="020B0502020104020203"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400" dirty="0">
                <a:latin typeface="Gill Sans MT" panose="020B0502020104020203" pitchFamily="34" charset="0"/>
                <a:ea typeface="Calibri" panose="020F0502020204030204" pitchFamily="34" charset="0"/>
                <a:cs typeface="Times New Roman" panose="02020603050405020304" pitchFamily="18" charset="0"/>
              </a:rPr>
              <a:t>The multimodal model maintained consistently higher accuracy across all phases demonstrating that integrating complementary modalities improves classifications robustness and behavioural understanding.</a:t>
            </a:r>
          </a:p>
          <a:p>
            <a:endParaRPr lang="en-IN" sz="1400" dirty="0">
              <a:latin typeface="Gill Sans MT" panose="020B0502020104020203" pitchFamily="34" charset="0"/>
              <a:cs typeface="Times New Roman" panose="02020603050405020304" pitchFamily="18" charset="0"/>
            </a:endParaRPr>
          </a:p>
          <a:p>
            <a:endParaRPr lang="en-US" sz="1400" dirty="0">
              <a:latin typeface="Gill Sans MT" panose="020B0502020104020203" pitchFamily="34" charset="0"/>
            </a:endParaRPr>
          </a:p>
        </p:txBody>
      </p:sp>
    </p:spTree>
    <p:extLst>
      <p:ext uri="{BB962C8B-B14F-4D97-AF65-F5344CB8AC3E}">
        <p14:creationId xmlns:p14="http://schemas.microsoft.com/office/powerpoint/2010/main" val="353509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539552" y="519233"/>
            <a:ext cx="7496692"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r>
              <a:rPr lang="en-US" sz="1600" b="1" dirty="0">
                <a:latin typeface="Gill Sans MT" panose="020B0502020104020203" pitchFamily="34" charset="0"/>
              </a:rPr>
              <a:t>Performance Analysis:</a:t>
            </a: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sp>
        <p:nvSpPr>
          <p:cNvPr id="3" name="Rectangle 2"/>
          <p:cNvSpPr/>
          <p:nvPr/>
        </p:nvSpPr>
        <p:spPr>
          <a:xfrm>
            <a:off x="457200" y="915566"/>
            <a:ext cx="7716632" cy="2705228"/>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The ROC-AUC curves and confusion matrix analyses presented in this study were generated using the proposed multimodal Random Forest classification model. </a:t>
            </a:r>
          </a:p>
          <a:p>
            <a:pPr marL="285750" indent="-285750">
              <a:lnSpc>
                <a:spcPct val="107000"/>
              </a:lnSpc>
              <a:spcAft>
                <a:spcPts val="800"/>
              </a:spcAft>
              <a:buFont typeface="Arial" panose="020B0604020202020204" pitchFamily="34" charset="0"/>
              <a:buChar char="•"/>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The model was trained using fused audio and linguistic features extracted from different conversational phases of the DAIC-WOZ interviews. </a:t>
            </a:r>
          </a:p>
          <a:p>
            <a:pPr marL="285750" indent="-285750">
              <a:lnSpc>
                <a:spcPct val="107000"/>
              </a:lnSpc>
              <a:spcAft>
                <a:spcPts val="800"/>
              </a:spcAft>
              <a:buFont typeface="Arial" panose="020B0604020202020204" pitchFamily="34" charset="0"/>
              <a:buChar char="•"/>
            </a:pPr>
            <a:r>
              <a:rPr lang="en-IN" sz="1400" kern="100" dirty="0">
                <a:latin typeface="Gill Sans MT" panose="020B0502020104020203" pitchFamily="34" charset="0"/>
                <a:ea typeface="Calibri" panose="020F0502020204030204" pitchFamily="34" charset="0"/>
                <a:cs typeface="Times New Roman" panose="02020603050405020304" pitchFamily="18" charset="0"/>
              </a:rPr>
              <a:t>Audio-based </a:t>
            </a:r>
            <a:r>
              <a:rPr lang="en-IN" sz="1400" kern="100" dirty="0" err="1">
                <a:latin typeface="Gill Sans MT" panose="020B0502020104020203" pitchFamily="34" charset="0"/>
                <a:ea typeface="Calibri" panose="020F0502020204030204" pitchFamily="34" charset="0"/>
                <a:cs typeface="Times New Roman" panose="02020603050405020304" pitchFamily="18" charset="0"/>
              </a:rPr>
              <a:t>behavioral</a:t>
            </a:r>
            <a:r>
              <a:rPr lang="en-IN" sz="1400" kern="100" dirty="0">
                <a:latin typeface="Gill Sans MT" panose="020B0502020104020203" pitchFamily="34" charset="0"/>
                <a:ea typeface="Calibri" panose="020F0502020204030204" pitchFamily="34" charset="0"/>
                <a:cs typeface="Times New Roman" panose="02020603050405020304" pitchFamily="18" charset="0"/>
              </a:rPr>
              <a:t> cues such as MFCC, pitch, pauses, and spectral characteristics were combined with text-based semantic and sentiment features to form a unified multimodal feature representation. </a:t>
            </a:r>
          </a:p>
          <a:p>
            <a:pPr marL="285750" indent="-285750">
              <a:lnSpc>
                <a:spcPct val="107000"/>
              </a:lnSpc>
              <a:spcAft>
                <a:spcPts val="800"/>
              </a:spcAft>
              <a:buFont typeface="Arial" panose="020B0604020202020204" pitchFamily="34" charset="0"/>
              <a:buChar char="•"/>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The Random Forest classifier was then evaluated separately on the beginning, middle, and ending conversational phases to </a:t>
            </a:r>
            <a:r>
              <a:rPr lang="en-IN" sz="1400" kern="100" dirty="0" err="1">
                <a:latin typeface="Gill Sans MT" panose="020B0502020104020203" pitchFamily="34" charset="0"/>
                <a:ea typeface="Calibri" panose="020F0502020204030204" pitchFamily="34" charset="0"/>
                <a:cs typeface="Times New Roman" panose="02020603050405020304" pitchFamily="18" charset="0"/>
              </a:rPr>
              <a:t>analyze</a:t>
            </a:r>
            <a:r>
              <a:rPr lang="en-IN" sz="1400" kern="100" dirty="0">
                <a:latin typeface="Gill Sans MT" panose="020B0502020104020203" pitchFamily="34" charset="0"/>
                <a:ea typeface="Calibri" panose="020F0502020204030204" pitchFamily="34" charset="0"/>
                <a:cs typeface="Times New Roman" panose="02020603050405020304" pitchFamily="18" charset="0"/>
              </a:rPr>
              <a:t> how depression-related </a:t>
            </a:r>
            <a:r>
              <a:rPr lang="en-IN" sz="1400" kern="100" dirty="0" err="1">
                <a:latin typeface="Gill Sans MT" panose="020B0502020104020203" pitchFamily="34" charset="0"/>
                <a:ea typeface="Calibri" panose="020F0502020204030204" pitchFamily="34" charset="0"/>
                <a:cs typeface="Times New Roman" panose="02020603050405020304" pitchFamily="18" charset="0"/>
              </a:rPr>
              <a:t>behavioral</a:t>
            </a:r>
            <a:r>
              <a:rPr lang="en-IN" sz="1400" kern="100" dirty="0">
                <a:latin typeface="Gill Sans MT" panose="020B0502020104020203" pitchFamily="34" charset="0"/>
                <a:ea typeface="Calibri" panose="020F0502020204030204" pitchFamily="34" charset="0"/>
                <a:cs typeface="Times New Roman" panose="02020603050405020304" pitchFamily="18" charset="0"/>
              </a:rPr>
              <a:t> patterns vary across different stages of interaction.</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3588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539552" y="519233"/>
            <a:ext cx="7496692"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endParaRPr lang="en-US" sz="1600" b="1" dirty="0">
              <a:latin typeface="Gill Sans MT" panose="020B0502020104020203" pitchFamily="34" charset="0"/>
            </a:endParaRP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sp>
        <p:nvSpPr>
          <p:cNvPr id="4" name="Rectangle 3"/>
          <p:cNvSpPr/>
          <p:nvPr/>
        </p:nvSpPr>
        <p:spPr>
          <a:xfrm>
            <a:off x="457200" y="519233"/>
            <a:ext cx="7931224" cy="3148554"/>
          </a:xfrm>
          <a:prstGeom prst="rect">
            <a:avLst/>
          </a:prstGeom>
        </p:spPr>
        <p:txBody>
          <a:bodyPr wrap="square">
            <a:spAutoFit/>
          </a:bodyPr>
          <a:lstStyle/>
          <a:p>
            <a:pPr>
              <a:lnSpc>
                <a:spcPct val="107000"/>
              </a:lnSpc>
              <a:spcAft>
                <a:spcPts val="800"/>
              </a:spcAft>
            </a:pPr>
            <a:r>
              <a:rPr lang="en-IN" sz="1600" b="1" kern="100" dirty="0">
                <a:latin typeface="Gill Sans MT" panose="020B0502020104020203" pitchFamily="34" charset="0"/>
                <a:ea typeface="Calibri" panose="020F0502020204030204" pitchFamily="34" charset="0"/>
                <a:cs typeface="Times New Roman" panose="02020603050405020304" pitchFamily="18" charset="0"/>
              </a:rPr>
              <a:t>Phase 1 Analysis :</a:t>
            </a:r>
            <a:r>
              <a:rPr lang="en-IN" sz="1400" b="1" kern="100" dirty="0">
                <a:latin typeface="Gill Sans MT" panose="020B0502020104020203" pitchFamily="34" charset="0"/>
                <a:ea typeface="Calibri" panose="020F0502020204030204" pitchFamily="34" charset="0"/>
                <a:cs typeface="Times New Roman" panose="02020603050405020304" pitchFamily="18" charset="0"/>
              </a:rPr>
              <a:t>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Phase 1 achieved the best overall performance among all conversational stages. The model successfully identified most depressed participants with only one false negative, indicating strong sensitivity toward depression-related behavioural cues during the initial interaction stage.</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This suggests that early conversational behaviour may contain strong indicators such as:</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hesitation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reduced confidence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constrained emotional expression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abnormal speech characteristics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which help improve classification performance.</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4010283" y="2093510"/>
            <a:ext cx="4108313" cy="2782496"/>
          </a:xfrm>
          <a:prstGeom prst="rect">
            <a:avLst/>
          </a:prstGeom>
        </p:spPr>
      </p:pic>
    </p:spTree>
    <p:extLst>
      <p:ext uri="{BB962C8B-B14F-4D97-AF65-F5344CB8AC3E}">
        <p14:creationId xmlns:p14="http://schemas.microsoft.com/office/powerpoint/2010/main" val="3309615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539552" y="519233"/>
            <a:ext cx="7496692"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endParaRPr lang="en-US" sz="1600" b="1" dirty="0">
              <a:latin typeface="Gill Sans MT" panose="020B0502020104020203" pitchFamily="34" charset="0"/>
            </a:endParaRP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sp>
        <p:nvSpPr>
          <p:cNvPr id="4" name="Rectangle 3"/>
          <p:cNvSpPr/>
          <p:nvPr/>
        </p:nvSpPr>
        <p:spPr>
          <a:xfrm>
            <a:off x="457200" y="519233"/>
            <a:ext cx="7931224" cy="674095"/>
          </a:xfrm>
          <a:prstGeom prst="rect">
            <a:avLst/>
          </a:prstGeom>
        </p:spPr>
        <p:txBody>
          <a:bodyPr wrap="square">
            <a:spAutoFit/>
          </a:bodyPr>
          <a:lstStyle/>
          <a:p>
            <a:pPr>
              <a:lnSpc>
                <a:spcPct val="107000"/>
              </a:lnSpc>
              <a:spcAft>
                <a:spcPts val="800"/>
              </a:spcAft>
            </a:pPr>
            <a:r>
              <a:rPr lang="en-IN" sz="1600" b="1" kern="100" dirty="0">
                <a:latin typeface="Gill Sans MT" panose="020B0502020104020203" pitchFamily="34" charset="0"/>
                <a:ea typeface="Calibri" panose="020F0502020204030204" pitchFamily="34" charset="0"/>
                <a:cs typeface="Times New Roman" panose="02020603050405020304" pitchFamily="18" charset="0"/>
              </a:rPr>
              <a:t>Phase 2 Analysis :</a:t>
            </a:r>
            <a:r>
              <a:rPr lang="en-IN" sz="1400" b="1" kern="100" dirty="0">
                <a:latin typeface="Gill Sans MT" panose="020B0502020104020203"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sp>
        <p:nvSpPr>
          <p:cNvPr id="7" name="Rectangle 6"/>
          <p:cNvSpPr/>
          <p:nvPr/>
        </p:nvSpPr>
        <p:spPr>
          <a:xfrm>
            <a:off x="467544" y="1059582"/>
            <a:ext cx="4320480" cy="1384995"/>
          </a:xfrm>
          <a:prstGeom prst="rect">
            <a:avLst/>
          </a:prstGeom>
        </p:spPr>
        <p:txBody>
          <a:bodyPr wrap="square">
            <a:spAutoFit/>
          </a:bodyPr>
          <a:lstStyle/>
          <a:p>
            <a:r>
              <a:rPr lang="en-IN" sz="1400" dirty="0">
                <a:latin typeface="Gill Sans MT" panose="020B0502020104020203" pitchFamily="34" charset="0"/>
                <a:ea typeface="Calibri" panose="020F0502020204030204" pitchFamily="34" charset="0"/>
                <a:cs typeface="Times New Roman" panose="02020603050405020304" pitchFamily="18" charset="0"/>
              </a:rPr>
              <a:t>Phase 2 maintained relatively stable classification performance but showed a slight reduction in depression detection capability compared to Phase 1. The increase in false negatives suggests that some depression-related </a:t>
            </a:r>
            <a:r>
              <a:rPr lang="en-IN" sz="1400" dirty="0" err="1">
                <a:latin typeface="Gill Sans MT" panose="020B0502020104020203" pitchFamily="34" charset="0"/>
                <a:ea typeface="Calibri" panose="020F0502020204030204" pitchFamily="34" charset="0"/>
                <a:cs typeface="Times New Roman" panose="02020603050405020304" pitchFamily="18" charset="0"/>
              </a:rPr>
              <a:t>behavioral</a:t>
            </a:r>
            <a:r>
              <a:rPr lang="en-IN" sz="1400" dirty="0">
                <a:latin typeface="Gill Sans MT" panose="020B0502020104020203" pitchFamily="34" charset="0"/>
                <a:ea typeface="Calibri" panose="020F0502020204030204" pitchFamily="34" charset="0"/>
                <a:cs typeface="Times New Roman" panose="02020603050405020304" pitchFamily="18" charset="0"/>
              </a:rPr>
              <a:t> patterns became less distinguishable during the middle stage of the conversation.</a:t>
            </a:r>
            <a:endParaRPr lang="en-US" sz="1400" dirty="0">
              <a:latin typeface="Gill Sans MT" panose="020B0502020104020203" pitchFamily="34" charset="0"/>
            </a:endParaRPr>
          </a:p>
        </p:txBody>
      </p:sp>
      <p:pic>
        <p:nvPicPr>
          <p:cNvPr id="12" name="Picture 11"/>
          <p:cNvPicPr/>
          <p:nvPr/>
        </p:nvPicPr>
        <p:blipFill>
          <a:blip r:embed="rId4">
            <a:extLst>
              <a:ext uri="{28A0092B-C50C-407E-A947-70E740481C1C}">
                <a14:useLocalDpi xmlns:a14="http://schemas.microsoft.com/office/drawing/2010/main" val="0"/>
              </a:ext>
            </a:extLst>
          </a:blip>
          <a:stretch>
            <a:fillRect/>
          </a:stretch>
        </p:blipFill>
        <p:spPr>
          <a:xfrm>
            <a:off x="4856102" y="966702"/>
            <a:ext cx="3672408" cy="2456305"/>
          </a:xfrm>
          <a:prstGeom prst="rect">
            <a:avLst/>
          </a:prstGeom>
        </p:spPr>
      </p:pic>
    </p:spTree>
    <p:extLst>
      <p:ext uri="{BB962C8B-B14F-4D97-AF65-F5344CB8AC3E}">
        <p14:creationId xmlns:p14="http://schemas.microsoft.com/office/powerpoint/2010/main" val="943941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539552" y="519233"/>
            <a:ext cx="7496692"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endParaRPr lang="en-US" sz="1600" b="1" dirty="0">
              <a:latin typeface="Gill Sans MT" panose="020B0502020104020203" pitchFamily="34" charset="0"/>
            </a:endParaRP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sp>
        <p:nvSpPr>
          <p:cNvPr id="4" name="Rectangle 3"/>
          <p:cNvSpPr/>
          <p:nvPr/>
        </p:nvSpPr>
        <p:spPr>
          <a:xfrm>
            <a:off x="457200" y="519233"/>
            <a:ext cx="7931224" cy="688907"/>
          </a:xfrm>
          <a:prstGeom prst="rect">
            <a:avLst/>
          </a:prstGeom>
        </p:spPr>
        <p:txBody>
          <a:bodyPr wrap="square">
            <a:spAutoFit/>
          </a:bodyPr>
          <a:lstStyle/>
          <a:p>
            <a:pPr>
              <a:lnSpc>
                <a:spcPct val="107000"/>
              </a:lnSpc>
              <a:spcAft>
                <a:spcPts val="800"/>
              </a:spcAft>
            </a:pPr>
            <a:r>
              <a:rPr lang="en-IN" sz="1600" b="1" kern="100" dirty="0">
                <a:latin typeface="Gill Sans MT" panose="020B0502020104020203" pitchFamily="34" charset="0"/>
                <a:ea typeface="Calibri" panose="020F0502020204030204" pitchFamily="34" charset="0"/>
                <a:cs typeface="Times New Roman" panose="02020603050405020304" pitchFamily="18" charset="0"/>
              </a:rPr>
              <a:t>Phase 3 Analysis :</a:t>
            </a:r>
            <a:r>
              <a:rPr lang="en-IN" sz="1400" b="1" kern="100" dirty="0">
                <a:latin typeface="Gill Sans MT" panose="020B0502020104020203"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67544" y="843558"/>
            <a:ext cx="5976664" cy="3233321"/>
          </a:xfrm>
          <a:prstGeom prst="rect">
            <a:avLst/>
          </a:prstGeom>
        </p:spPr>
        <p:txBody>
          <a:bodyPr wrap="square">
            <a:spAutoFit/>
          </a:bodyPr>
          <a:lstStyle/>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Phase 3 achieved the weakest depression classification performance. Although the model correctly identified most non-depressed participants, it failed to detect several depressed participants, resulting in a higher number of false negatives.</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This indicates that depression-related acoustic and linguistic cues became less discriminative during the later stage of the interview.</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Possible reasons include:</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conversational adaptation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emotional stabilization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reduced behavioural variability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conversational fatigue</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pic>
        <p:nvPicPr>
          <p:cNvPr id="11" name="Picture 10"/>
          <p:cNvPicPr/>
          <p:nvPr/>
        </p:nvPicPr>
        <p:blipFill>
          <a:blip r:embed="rId4">
            <a:extLst>
              <a:ext uri="{28A0092B-C50C-407E-A947-70E740481C1C}">
                <a14:useLocalDpi xmlns:a14="http://schemas.microsoft.com/office/drawing/2010/main" val="0"/>
              </a:ext>
            </a:extLst>
          </a:blip>
          <a:stretch>
            <a:fillRect/>
          </a:stretch>
        </p:blipFill>
        <p:spPr>
          <a:xfrm>
            <a:off x="4427984" y="2211710"/>
            <a:ext cx="3816424" cy="2412557"/>
          </a:xfrm>
          <a:prstGeom prst="rect">
            <a:avLst/>
          </a:prstGeom>
        </p:spPr>
      </p:pic>
    </p:spTree>
    <p:extLst>
      <p:ext uri="{BB962C8B-B14F-4D97-AF65-F5344CB8AC3E}">
        <p14:creationId xmlns:p14="http://schemas.microsoft.com/office/powerpoint/2010/main" val="3275270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6" name="TextShape 2">
            <a:extLst>
              <a:ext uri="{FF2B5EF4-FFF2-40B4-BE49-F238E27FC236}">
                <a16:creationId xmlns:a16="http://schemas.microsoft.com/office/drawing/2014/main" id="{0F55AB3E-207B-D54E-35F7-CF2E5F479503}"/>
              </a:ext>
            </a:extLst>
          </p:cNvPr>
          <p:cNvSpPr txBox="1"/>
          <p:nvPr/>
        </p:nvSpPr>
        <p:spPr>
          <a:xfrm>
            <a:off x="611560" y="586591"/>
            <a:ext cx="7496692" cy="4105034"/>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lang="en-US" sz="1600" b="1"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endParaRPr lang="en-US" sz="1600" spc="-1" dirty="0">
              <a:solidFill>
                <a:srgbClr val="000000"/>
              </a:solidFill>
              <a:latin typeface="Gill Sans MT"/>
            </a:endParaRPr>
          </a:p>
          <a:p>
            <a:pPr marR="0" lvl="0" algn="l" defTabSz="914400" rtl="0" eaLnBrk="1" fontAlgn="auto" latinLnBrk="0" hangingPunct="1">
              <a:lnSpc>
                <a:spcPct val="100000"/>
              </a:lnSpc>
              <a:spcBef>
                <a:spcPts val="0"/>
              </a:spcBef>
              <a:spcAft>
                <a:spcPts val="0"/>
              </a:spcAft>
              <a:buClrTx/>
              <a:buSzTx/>
              <a:tabLst/>
              <a:defRPr/>
            </a:pPr>
            <a:r>
              <a:rPr lang="en-US" sz="1600" b="1" spc="-1" dirty="0">
                <a:solidFill>
                  <a:srgbClr val="000000"/>
                </a:solidFill>
                <a:latin typeface="Gill Sans MT"/>
              </a:rPr>
              <a:t> </a:t>
            </a:r>
          </a:p>
        </p:txBody>
      </p:sp>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endParaRPr lang="en-US" sz="1600" b="1" dirty="0">
              <a:latin typeface="Gill Sans MT" panose="020B0502020104020203" pitchFamily="34" charset="0"/>
            </a:endParaRP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611560" y="483518"/>
            <a:ext cx="7128792" cy="4462814"/>
          </a:xfrm>
          <a:prstGeom prst="rect">
            <a:avLst/>
          </a:prstGeom>
        </p:spPr>
      </p:pic>
    </p:spTree>
    <p:extLst>
      <p:ext uri="{BB962C8B-B14F-4D97-AF65-F5344CB8AC3E}">
        <p14:creationId xmlns:p14="http://schemas.microsoft.com/office/powerpoint/2010/main" val="3547164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E21D-5AD0-18B6-784D-6DBDE6310153}"/>
            </a:ext>
          </a:extLst>
        </p:cNvPr>
        <p:cNvGrpSpPr/>
        <p:nvPr/>
      </p:nvGrpSpPr>
      <p:grpSpPr>
        <a:xfrm>
          <a:off x="0" y="0"/>
          <a:ext cx="0" cy="0"/>
          <a:chOff x="0" y="0"/>
          <a:chExt cx="0" cy="0"/>
        </a:xfrm>
      </p:grpSpPr>
      <p:sp>
        <p:nvSpPr>
          <p:cNvPr id="107" name="TextShape 3">
            <a:extLst>
              <a:ext uri="{FF2B5EF4-FFF2-40B4-BE49-F238E27FC236}">
                <a16:creationId xmlns:a16="http://schemas.microsoft.com/office/drawing/2014/main" id="{6D220A42-D7F2-F5B1-0E7A-8278928194C5}"/>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E8D8F5B6-2F91-A73A-AAF3-9E5909A628F4}"/>
              </a:ext>
            </a:extLst>
          </p:cNvPr>
          <p:cNvPicPr/>
          <p:nvPr/>
        </p:nvPicPr>
        <p:blipFill>
          <a:blip r:embed="rId3" cstate="print"/>
          <a:stretch/>
        </p:blipFill>
        <p:spPr>
          <a:xfrm>
            <a:off x="8173832" y="1890"/>
            <a:ext cx="970168" cy="913676"/>
          </a:xfrm>
          <a:prstGeom prst="rect">
            <a:avLst/>
          </a:prstGeom>
          <a:ln>
            <a:noFill/>
          </a:ln>
        </p:spPr>
      </p:pic>
      <p:sp>
        <p:nvSpPr>
          <p:cNvPr id="5" name="Rectangle 4"/>
          <p:cNvSpPr/>
          <p:nvPr/>
        </p:nvSpPr>
        <p:spPr>
          <a:xfrm>
            <a:off x="457200" y="586591"/>
            <a:ext cx="7859216" cy="830997"/>
          </a:xfrm>
          <a:prstGeom prst="rect">
            <a:avLst/>
          </a:prstGeom>
        </p:spPr>
        <p:txBody>
          <a:bodyPr wrap="square">
            <a:spAutoFit/>
          </a:bodyPr>
          <a:lstStyle/>
          <a:p>
            <a:endParaRPr lang="en-US" sz="1600" b="1" dirty="0">
              <a:latin typeface="Gill Sans MT" panose="020B0502020104020203" pitchFamily="34" charset="0"/>
            </a:endParaRPr>
          </a:p>
          <a:p>
            <a:endParaRPr lang="en-US" sz="1600" b="1" dirty="0">
              <a:latin typeface="Gill Sans MT" panose="020B0502020104020203" pitchFamily="34" charset="0"/>
            </a:endParaRPr>
          </a:p>
          <a:p>
            <a:endParaRPr lang="en-US" sz="1600" b="1" dirty="0">
              <a:latin typeface="Gill Sans MT" panose="020B0502020104020203" pitchFamily="34" charset="0"/>
            </a:endParaRPr>
          </a:p>
        </p:txBody>
      </p:sp>
      <p:sp>
        <p:nvSpPr>
          <p:cNvPr id="6" name="Rectangle 5"/>
          <p:cNvSpPr/>
          <p:nvPr/>
        </p:nvSpPr>
        <p:spPr>
          <a:xfrm>
            <a:off x="395536" y="411510"/>
            <a:ext cx="7848872" cy="3443444"/>
          </a:xfrm>
          <a:prstGeom prst="rect">
            <a:avLst/>
          </a:prstGeom>
        </p:spPr>
        <p:txBody>
          <a:bodyPr wrap="square">
            <a:spAutoFit/>
          </a:bodyPr>
          <a:lstStyle/>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The experimental results show that:</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Phase 1 achieved the highest AUC score of 0.8389, indicating superior classification capability during the initial conversational stage.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Phase 2 obtained an AUC of 0.8222, showing comparatively strong but slightly lower performance.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IN" sz="1400" kern="100" dirty="0">
                <a:latin typeface="Gill Sans MT" panose="020B0502020104020203" pitchFamily="34" charset="0"/>
                <a:ea typeface="Calibri" panose="020F0502020204030204" pitchFamily="34" charset="0"/>
                <a:cs typeface="Times New Roman" panose="02020603050405020304" pitchFamily="18" charset="0"/>
              </a:rPr>
              <a:t>Phase 3 produced the lowest AUC value of 0.6333, suggesting weaker discriminative behavioural patterns during later stages of the conversation. </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These findings indicate that depression-related acoustic and linguistic cues were more prominent and distinguishable during the beginning phase of the interview. Initial conversational behaviour such as hesitation, reduced confidence, abnormal pauses, and constrained emotional expression may have contributed to stronger classification performance in Phase 1.</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kern="100" dirty="0">
                <a:latin typeface="Gill Sans MT" panose="020B0502020104020203" pitchFamily="34" charset="0"/>
                <a:ea typeface="Calibri" panose="020F0502020204030204" pitchFamily="34" charset="0"/>
                <a:cs typeface="Times New Roman" panose="02020603050405020304" pitchFamily="18" charset="0"/>
              </a:rPr>
              <a:t>Overall, the ROC analysis validates the effectiveness of phase-wise conversational analysis and demonstrates that early-stage interaction contains significant depression-related behavioural information.</a:t>
            </a:r>
            <a:endParaRPr lang="en-US" sz="1400" kern="100" dirty="0">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31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C863C-C421-2A24-510A-46BB11F88DBF}"/>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A8544B3C-3745-7F17-3D88-C6AC7A2FBBB1}"/>
              </a:ext>
            </a:extLst>
          </p:cNvPr>
          <p:cNvSpPr txBox="1"/>
          <p:nvPr/>
        </p:nvSpPr>
        <p:spPr>
          <a:xfrm>
            <a:off x="480212" y="178301"/>
            <a:ext cx="8361928" cy="856980"/>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Conclusion and Future Scope</a:t>
            </a:r>
          </a:p>
        </p:txBody>
      </p:sp>
      <p:sp>
        <p:nvSpPr>
          <p:cNvPr id="106" name="TextShape 2">
            <a:extLst>
              <a:ext uri="{FF2B5EF4-FFF2-40B4-BE49-F238E27FC236}">
                <a16:creationId xmlns:a16="http://schemas.microsoft.com/office/drawing/2014/main" id="{2B231A21-3973-0F3D-E76C-E46B41FE71A7}"/>
              </a:ext>
            </a:extLst>
          </p:cNvPr>
          <p:cNvSpPr txBox="1"/>
          <p:nvPr/>
        </p:nvSpPr>
        <p:spPr>
          <a:xfrm>
            <a:off x="428596" y="1049136"/>
            <a:ext cx="8504804" cy="3650838"/>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402480" marR="0" lvl="0" indent="0" algn="l" defTabSz="914400" rtl="0" eaLnBrk="1" fontAlgn="auto" latinLnBrk="0" hangingPunct="1">
              <a:lnSpc>
                <a:spcPct val="100000"/>
              </a:lnSpc>
              <a:spcBef>
                <a:spcPts val="55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601"/>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p:txBody>
      </p:sp>
      <p:sp>
        <p:nvSpPr>
          <p:cNvPr id="107" name="TextShape 3">
            <a:extLst>
              <a:ext uri="{FF2B5EF4-FFF2-40B4-BE49-F238E27FC236}">
                <a16:creationId xmlns:a16="http://schemas.microsoft.com/office/drawing/2014/main" id="{1E646920-2BA3-24E7-7837-F09BDE116DC1}"/>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D2A02815-AF57-59B6-A150-19EF68B86817}"/>
              </a:ext>
            </a:extLst>
          </p:cNvPr>
          <p:cNvPicPr/>
          <p:nvPr/>
        </p:nvPicPr>
        <p:blipFill>
          <a:blip r:embed="rId2" cstate="print"/>
          <a:stretch/>
        </p:blipFill>
        <p:spPr>
          <a:xfrm>
            <a:off x="8173832" y="1890"/>
            <a:ext cx="970168" cy="913676"/>
          </a:xfrm>
          <a:prstGeom prst="rect">
            <a:avLst/>
          </a:prstGeom>
          <a:ln>
            <a:noFill/>
          </a:ln>
        </p:spPr>
      </p:pic>
      <p:sp>
        <p:nvSpPr>
          <p:cNvPr id="5" name="Rectangle 4"/>
          <p:cNvSpPr/>
          <p:nvPr/>
        </p:nvSpPr>
        <p:spPr>
          <a:xfrm>
            <a:off x="480212" y="843558"/>
            <a:ext cx="8133508" cy="3276474"/>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sz="1600" b="1" kern="100" dirty="0">
                <a:latin typeface="Gill Sans MT" panose="020B0502020104020203" pitchFamily="34" charset="0"/>
                <a:ea typeface="Calibri" panose="020F0502020204030204" pitchFamily="34" charset="0"/>
                <a:cs typeface="Times New Roman" panose="02020603050405020304" pitchFamily="18" charset="0"/>
              </a:rPr>
              <a:t>Conclusion:</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A multimodal depression detection framework using speech and linguistic behavior analysis was proposed.</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 The interview was divided into beginning, middle, and ending conversational phases to analyze temporal behavioral variations. </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Audio features and textual semantic features were extracted and combined using multimodal fusion. </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Machine learning models such as SVM, Random Forest, and </a:t>
            </a:r>
            <a:r>
              <a:rPr lang="en-US" sz="1400" kern="100" dirty="0" err="1">
                <a:latin typeface="Gill Sans MT" panose="020B0502020104020203" pitchFamily="34" charset="0"/>
                <a:ea typeface="Calibri" panose="020F0502020204030204" pitchFamily="34" charset="0"/>
                <a:cs typeface="Times New Roman" panose="02020603050405020304" pitchFamily="18" charset="0"/>
              </a:rPr>
              <a:t>XGBoost</a:t>
            </a:r>
            <a:r>
              <a:rPr lang="en-US" sz="1400" kern="100" dirty="0">
                <a:latin typeface="Gill Sans MT" panose="020B0502020104020203" pitchFamily="34" charset="0"/>
                <a:ea typeface="Calibri" panose="020F0502020204030204" pitchFamily="34" charset="0"/>
                <a:cs typeface="Times New Roman" panose="02020603050405020304" pitchFamily="18" charset="0"/>
              </a:rPr>
              <a:t> were evaluated for depression classification. </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Experimental results showed that multimodal analysis improved classification performance. Phase 1 achieved the highest accuracy, indicating stronger depression-related cues during the initial stage of conversation. </a:t>
            </a:r>
          </a:p>
          <a:p>
            <a:pPr marL="285750" indent="-285750">
              <a:lnSpc>
                <a:spcPct val="107000"/>
              </a:lnSpc>
              <a:spcAft>
                <a:spcPts val="800"/>
              </a:spcAft>
              <a:buFont typeface="Wingdings" panose="05000000000000000000" pitchFamily="2" charset="2"/>
              <a:buChar char="Ø"/>
            </a:pPr>
            <a:r>
              <a:rPr lang="en-US" sz="1400" kern="100" dirty="0">
                <a:latin typeface="Gill Sans MT" panose="020B0502020104020203" pitchFamily="34" charset="0"/>
                <a:ea typeface="Calibri" panose="020F0502020204030204" pitchFamily="34" charset="0"/>
                <a:cs typeface="Times New Roman" panose="02020603050405020304" pitchFamily="18" charset="0"/>
              </a:rPr>
              <a:t>The proposed framework effectively captured behavioral patterns associated with depression.</a:t>
            </a:r>
          </a:p>
        </p:txBody>
      </p:sp>
    </p:spTree>
    <p:extLst>
      <p:ext uri="{BB962C8B-B14F-4D97-AF65-F5344CB8AC3E}">
        <p14:creationId xmlns:p14="http://schemas.microsoft.com/office/powerpoint/2010/main" val="32040487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C863C-C421-2A24-510A-46BB11F88DBF}"/>
            </a:ext>
          </a:extLst>
        </p:cNvPr>
        <p:cNvGrpSpPr/>
        <p:nvPr/>
      </p:nvGrpSpPr>
      <p:grpSpPr>
        <a:xfrm>
          <a:off x="0" y="0"/>
          <a:ext cx="0" cy="0"/>
          <a:chOff x="0" y="0"/>
          <a:chExt cx="0" cy="0"/>
        </a:xfrm>
      </p:grpSpPr>
      <p:sp>
        <p:nvSpPr>
          <p:cNvPr id="105" name="TextShape 1">
            <a:extLst>
              <a:ext uri="{FF2B5EF4-FFF2-40B4-BE49-F238E27FC236}">
                <a16:creationId xmlns:a16="http://schemas.microsoft.com/office/drawing/2014/main" id="{A8544B3C-3745-7F17-3D88-C6AC7A2FBBB1}"/>
              </a:ext>
            </a:extLst>
          </p:cNvPr>
          <p:cNvSpPr txBox="1"/>
          <p:nvPr/>
        </p:nvSpPr>
        <p:spPr>
          <a:xfrm>
            <a:off x="480212" y="178301"/>
            <a:ext cx="8361928" cy="856980"/>
          </a:xfrm>
          <a:prstGeom prst="rect">
            <a:avLst/>
          </a:prstGeom>
          <a:noFill/>
          <a:ln>
            <a:noFill/>
          </a:ln>
        </p:spPr>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1" normalizeH="0" baseline="0" noProof="0" dirty="0">
                <a:ln>
                  <a:noFill/>
                </a:ln>
                <a:solidFill>
                  <a:srgbClr val="572314"/>
                </a:solidFill>
                <a:effectLst/>
                <a:uLnTx/>
                <a:uFillTx/>
                <a:latin typeface="Times New Roman" pitchFamily="18" charset="0"/>
                <a:ea typeface="+mn-ea"/>
                <a:cs typeface="Times New Roman" pitchFamily="18" charset="0"/>
              </a:rPr>
              <a:t>Conclusion and Future Scope</a:t>
            </a:r>
          </a:p>
        </p:txBody>
      </p:sp>
      <p:sp>
        <p:nvSpPr>
          <p:cNvPr id="106" name="TextShape 2">
            <a:extLst>
              <a:ext uri="{FF2B5EF4-FFF2-40B4-BE49-F238E27FC236}">
                <a16:creationId xmlns:a16="http://schemas.microsoft.com/office/drawing/2014/main" id="{2B231A21-3973-0F3D-E76C-E46B41FE71A7}"/>
              </a:ext>
            </a:extLst>
          </p:cNvPr>
          <p:cNvSpPr txBox="1"/>
          <p:nvPr/>
        </p:nvSpPr>
        <p:spPr>
          <a:xfrm>
            <a:off x="428596" y="1049136"/>
            <a:ext cx="8504804" cy="3650838"/>
          </a:xfrm>
          <a:prstGeom prst="rect">
            <a:avLst/>
          </a:prstGeom>
          <a:noFill/>
          <a:ln>
            <a:noFill/>
          </a:ln>
        </p:spPr>
        <p:txBody>
          <a:bodyPr lIns="90000" tIns="45000" rIns="90000" bIns="45000">
            <a:no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402480" marR="0" lvl="0" indent="0" algn="l" defTabSz="914400" rtl="0" eaLnBrk="1" fontAlgn="auto" latinLnBrk="0" hangingPunct="1">
              <a:lnSpc>
                <a:spcPct val="100000"/>
              </a:lnSpc>
              <a:spcBef>
                <a:spcPts val="550"/>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a:p>
            <a:pPr marL="0" marR="0" lvl="0" indent="0" algn="l" defTabSz="914400" rtl="0" eaLnBrk="1" fontAlgn="auto" latinLnBrk="0" hangingPunct="1">
              <a:lnSpc>
                <a:spcPct val="100000"/>
              </a:lnSpc>
              <a:spcBef>
                <a:spcPts val="601"/>
              </a:spcBef>
              <a:spcAft>
                <a:spcPts val="0"/>
              </a:spcAft>
              <a:buClrTx/>
              <a:buSzTx/>
              <a:buFontTx/>
              <a:buNone/>
              <a:tabLst/>
              <a:defRPr/>
            </a:pPr>
            <a:endParaRPr kumimoji="0" lang="en-US" sz="2800" b="0" i="0" u="none" strike="noStrike" kern="1200" cap="none" spc="-1" normalizeH="0" baseline="0" noProof="0" dirty="0">
              <a:ln>
                <a:noFill/>
              </a:ln>
              <a:solidFill>
                <a:srgbClr val="000000"/>
              </a:solidFill>
              <a:effectLst/>
              <a:uLnTx/>
              <a:uFillTx/>
              <a:latin typeface="Gill Sans MT"/>
              <a:ea typeface="+mn-ea"/>
              <a:cs typeface="+mn-cs"/>
            </a:endParaRPr>
          </a:p>
        </p:txBody>
      </p:sp>
      <p:sp>
        <p:nvSpPr>
          <p:cNvPr id="107" name="TextShape 3">
            <a:extLst>
              <a:ext uri="{FF2B5EF4-FFF2-40B4-BE49-F238E27FC236}">
                <a16:creationId xmlns:a16="http://schemas.microsoft.com/office/drawing/2014/main" id="{1E646920-2BA3-24E7-7837-F09BDE116DC1}"/>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08" name="Picture 2">
            <a:extLst>
              <a:ext uri="{FF2B5EF4-FFF2-40B4-BE49-F238E27FC236}">
                <a16:creationId xmlns:a16="http://schemas.microsoft.com/office/drawing/2014/main" id="{D2A02815-AF57-59B6-A150-19EF68B86817}"/>
              </a:ext>
            </a:extLst>
          </p:cNvPr>
          <p:cNvPicPr/>
          <p:nvPr/>
        </p:nvPicPr>
        <p:blipFill>
          <a:blip r:embed="rId2" cstate="print"/>
          <a:stretch/>
        </p:blipFill>
        <p:spPr>
          <a:xfrm>
            <a:off x="8173832" y="1890"/>
            <a:ext cx="970168" cy="913676"/>
          </a:xfrm>
          <a:prstGeom prst="rect">
            <a:avLst/>
          </a:prstGeom>
          <a:ln>
            <a:noFill/>
          </a:ln>
        </p:spPr>
      </p:pic>
      <p:sp>
        <p:nvSpPr>
          <p:cNvPr id="5" name="Rectangle 4"/>
          <p:cNvSpPr/>
          <p:nvPr/>
        </p:nvSpPr>
        <p:spPr>
          <a:xfrm>
            <a:off x="480212" y="843558"/>
            <a:ext cx="8133508" cy="2021323"/>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sz="1600" b="1" kern="100" dirty="0">
                <a:latin typeface="Gill Sans MT" panose="020B0502020104020203" pitchFamily="34" charset="0"/>
                <a:cs typeface="Times New Roman" panose="02020603050405020304" pitchFamily="18" charset="0"/>
              </a:rPr>
              <a:t>Future Scope:</a:t>
            </a:r>
          </a:p>
          <a:p>
            <a:pPr marL="285750" indent="-285750">
              <a:lnSpc>
                <a:spcPct val="107000"/>
              </a:lnSpc>
              <a:spcAft>
                <a:spcPts val="800"/>
              </a:spcAft>
              <a:buFont typeface="Wingdings" panose="05000000000000000000" pitchFamily="2" charset="2"/>
              <a:buChar char="Ø"/>
            </a:pPr>
            <a:r>
              <a:rPr lang="en-US" sz="1400" dirty="0">
                <a:latin typeface="Gill Sans MT" panose="020B0502020104020203" pitchFamily="34" charset="0"/>
              </a:rPr>
              <a:t>Integration of advanced deep learning models such as </a:t>
            </a:r>
            <a:r>
              <a:rPr lang="en-US" sz="1400" dirty="0" err="1">
                <a:latin typeface="Gill Sans MT" panose="020B0502020104020203" pitchFamily="34" charset="0"/>
              </a:rPr>
              <a:t>BiLSTM</a:t>
            </a:r>
            <a:r>
              <a:rPr lang="en-US" sz="1400" dirty="0">
                <a:latin typeface="Gill Sans MT" panose="020B0502020104020203" pitchFamily="34" charset="0"/>
              </a:rPr>
              <a:t> and Transformers.</a:t>
            </a:r>
          </a:p>
          <a:p>
            <a:pPr marL="285750" indent="-285750">
              <a:lnSpc>
                <a:spcPct val="107000"/>
              </a:lnSpc>
              <a:spcAft>
                <a:spcPts val="800"/>
              </a:spcAft>
              <a:buFont typeface="Wingdings" panose="05000000000000000000" pitchFamily="2" charset="2"/>
              <a:buChar char="Ø"/>
            </a:pPr>
            <a:r>
              <a:rPr lang="en-US" sz="1400" dirty="0">
                <a:latin typeface="Gill Sans MT" panose="020B0502020104020203" pitchFamily="34" charset="0"/>
              </a:rPr>
              <a:t>Development of real-time depression monitoring systems.</a:t>
            </a:r>
          </a:p>
          <a:p>
            <a:pPr marL="285750" indent="-285750">
              <a:lnSpc>
                <a:spcPct val="107000"/>
              </a:lnSpc>
              <a:spcAft>
                <a:spcPts val="800"/>
              </a:spcAft>
              <a:buFont typeface="Wingdings" panose="05000000000000000000" pitchFamily="2" charset="2"/>
              <a:buChar char="Ø"/>
            </a:pPr>
            <a:r>
              <a:rPr lang="en-US" sz="1400" dirty="0">
                <a:latin typeface="Gill Sans MT" panose="020B0502020104020203" pitchFamily="34" charset="0"/>
              </a:rPr>
              <a:t>Inclusion of additional modalities such as facial expressions and physiological signals.</a:t>
            </a:r>
          </a:p>
          <a:p>
            <a:pPr marL="285750" indent="-285750">
              <a:lnSpc>
                <a:spcPct val="107000"/>
              </a:lnSpc>
              <a:spcAft>
                <a:spcPts val="800"/>
              </a:spcAft>
              <a:buFont typeface="Wingdings" panose="05000000000000000000" pitchFamily="2" charset="2"/>
              <a:buChar char="Ø"/>
            </a:pPr>
            <a:r>
              <a:rPr lang="en-US" sz="1400" dirty="0">
                <a:latin typeface="Gill Sans MT" panose="020B0502020104020203" pitchFamily="34" charset="0"/>
              </a:rPr>
              <a:t>Extension to multilingual and cross-cultural datasets.</a:t>
            </a:r>
          </a:p>
          <a:p>
            <a:pPr marL="285750" indent="-285750">
              <a:lnSpc>
                <a:spcPct val="107000"/>
              </a:lnSpc>
              <a:spcAft>
                <a:spcPts val="800"/>
              </a:spcAft>
              <a:buFont typeface="Wingdings" panose="05000000000000000000" pitchFamily="2" charset="2"/>
              <a:buChar char="Ø"/>
            </a:pPr>
            <a:r>
              <a:rPr lang="en-US" sz="1400" dirty="0">
                <a:latin typeface="Gill Sans MT" panose="020B0502020104020203" pitchFamily="34" charset="0"/>
              </a:rPr>
              <a:t>Deployment as a clinical decision-support system for mental health applications.</a:t>
            </a:r>
          </a:p>
        </p:txBody>
      </p:sp>
    </p:spTree>
    <p:extLst>
      <p:ext uri="{BB962C8B-B14F-4D97-AF65-F5344CB8AC3E}">
        <p14:creationId xmlns:p14="http://schemas.microsoft.com/office/powerpoint/2010/main" val="342221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E4B3ED1-0ED3-570B-5A42-7A5548C0240D}"/>
              </a:ext>
            </a:extLst>
          </p:cNvPr>
          <p:cNvSpPr>
            <a:spLocks noGrp="1"/>
          </p:cNvSpPr>
          <p:nvPr>
            <p:ph type="title"/>
          </p:nvPr>
        </p:nvSpPr>
        <p:spPr>
          <a:xfrm>
            <a:off x="572042" y="284758"/>
            <a:ext cx="8433366" cy="553998"/>
          </a:xfrm>
        </p:spPr>
        <p:txBody>
          <a:bodyPr/>
          <a:lstStyle/>
          <a:p>
            <a:r>
              <a:rPr lang="en-IN" sz="2800" b="1" spc="-1" dirty="0">
                <a:solidFill>
                  <a:srgbClr val="572314"/>
                </a:solidFill>
                <a:latin typeface="Times New Roman" pitchFamily="18" charset="0"/>
                <a:ea typeface="+mn-ea"/>
                <a:cs typeface="Times New Roman" pitchFamily="18" charset="0"/>
              </a:rPr>
              <a:t>References</a:t>
            </a:r>
            <a:endParaRPr lang="en-US" sz="2800" b="1" spc="-1" dirty="0">
              <a:solidFill>
                <a:srgbClr val="572314"/>
              </a:solidFill>
              <a:latin typeface="Times New Roman" pitchFamily="18" charset="0"/>
              <a:ea typeface="+mn-ea"/>
              <a:cs typeface="Times New Roman" pitchFamily="18" charset="0"/>
            </a:endParaRPr>
          </a:p>
        </p:txBody>
      </p:sp>
      <p:sp>
        <p:nvSpPr>
          <p:cNvPr id="13" name="Rectangle 1">
            <a:extLst>
              <a:ext uri="{FF2B5EF4-FFF2-40B4-BE49-F238E27FC236}">
                <a16:creationId xmlns:a16="http://schemas.microsoft.com/office/drawing/2014/main" id="{4A3BB72E-7812-663C-7E79-535F3E9B0792}"/>
              </a:ext>
            </a:extLst>
          </p:cNvPr>
          <p:cNvSpPr>
            <a:spLocks noChangeArrowheads="1"/>
          </p:cNvSpPr>
          <p:nvPr/>
        </p:nvSpPr>
        <p:spPr bwMode="auto">
          <a:xfrm>
            <a:off x="572042" y="838756"/>
            <a:ext cx="752835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000" dirty="0">
                <a:latin typeface="Arial" panose="020B0604020202020204" pitchFamily="34" charset="0"/>
              </a:rPr>
              <a:t>[1] Y. Guo, C. Zhu, S. Hao, and R. Hong, “A topic-attentive transformer-based model for multimodal depression detection,” </a:t>
            </a:r>
            <a:r>
              <a:rPr lang="en-US" altLang="en-US" sz="1000" dirty="0" err="1">
                <a:latin typeface="Arial" panose="020B0604020202020204" pitchFamily="34" charset="0"/>
              </a:rPr>
              <a:t>arXiv</a:t>
            </a:r>
            <a:r>
              <a:rPr lang="en-US" altLang="en-US" sz="1000" dirty="0">
                <a:latin typeface="Arial" panose="020B0604020202020204" pitchFamily="34" charset="0"/>
              </a:rPr>
              <a:t> preprint arXiv:2206.13256, 2022.</a:t>
            </a:r>
          </a:p>
          <a:p>
            <a:pPr marL="228600" lvl="0" indent="-228600" eaLnBrk="0" fontAlgn="base" hangingPunct="0">
              <a:spcBef>
                <a:spcPct val="0"/>
              </a:spcBef>
              <a:spcAft>
                <a:spcPct val="0"/>
              </a:spcAft>
              <a:buFont typeface="+mj-lt"/>
              <a:buAutoNum type="arabicPeriod"/>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[2] L. Gan, Y. Huang, X. Gao, J. Tan, F. Zhao, and T. Yang, “Multimodal magic: Elevating depression detection with a fusion of text and audio intelligence,” Preprint, 2025.</a:t>
            </a:r>
          </a:p>
          <a:p>
            <a:pPr lvl="0" eaLnBrk="0" fontAlgn="base" hangingPunct="0">
              <a:spcBef>
                <a:spcPct val="0"/>
              </a:spcBef>
              <a:spcAft>
                <a:spcPct val="0"/>
              </a:spcAft>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[3] Y. Gong and C. </a:t>
            </a:r>
            <a:r>
              <a:rPr lang="en-US" altLang="en-US" sz="1000" dirty="0" err="1">
                <a:latin typeface="Arial" panose="020B0604020202020204" pitchFamily="34" charset="0"/>
              </a:rPr>
              <a:t>Poellabauer</a:t>
            </a:r>
            <a:r>
              <a:rPr lang="en-US" altLang="en-US" sz="1000" dirty="0">
                <a:latin typeface="Arial" panose="020B0604020202020204" pitchFamily="34" charset="0"/>
              </a:rPr>
              <a:t>, “Topic modeling based multi-modal depression detection,” in Proc. 7th Annu. Workshop Audio/Visual Emotion Challenge (AVEC ’17), ACM Multimedia, 2017.</a:t>
            </a:r>
          </a:p>
          <a:p>
            <a:pPr lvl="0" eaLnBrk="0" fontAlgn="base" hangingPunct="0">
              <a:spcBef>
                <a:spcPct val="0"/>
              </a:spcBef>
              <a:spcAft>
                <a:spcPct val="0"/>
              </a:spcAft>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[4] M. </a:t>
            </a:r>
            <a:r>
              <a:rPr lang="en-US" altLang="en-US" sz="1000" dirty="0" err="1">
                <a:latin typeface="Arial" panose="020B0604020202020204" pitchFamily="34" charset="0"/>
              </a:rPr>
              <a:t>Nykoniuk</a:t>
            </a:r>
            <a:r>
              <a:rPr lang="en-US" altLang="en-US" sz="1000" dirty="0">
                <a:latin typeface="Arial" panose="020B0604020202020204" pitchFamily="34" charset="0"/>
              </a:rPr>
              <a:t>, O. </a:t>
            </a:r>
            <a:r>
              <a:rPr lang="en-US" altLang="en-US" sz="1000" dirty="0" err="1">
                <a:latin typeface="Arial" panose="020B0604020202020204" pitchFamily="34" charset="0"/>
              </a:rPr>
              <a:t>Basystiuk</a:t>
            </a:r>
            <a:r>
              <a:rPr lang="en-US" altLang="en-US" sz="1000" dirty="0">
                <a:latin typeface="Arial" panose="020B0604020202020204" pitchFamily="34" charset="0"/>
              </a:rPr>
              <a:t>, N. </a:t>
            </a:r>
            <a:r>
              <a:rPr lang="en-US" altLang="en-US" sz="1000" dirty="0" err="1">
                <a:latin typeface="Arial" panose="020B0604020202020204" pitchFamily="34" charset="0"/>
              </a:rPr>
              <a:t>Shakhovska</a:t>
            </a:r>
            <a:r>
              <a:rPr lang="en-US" altLang="en-US" sz="1000" dirty="0">
                <a:latin typeface="Arial" panose="020B0604020202020204" pitchFamily="34" charset="0"/>
              </a:rPr>
              <a:t>, and N. </a:t>
            </a:r>
            <a:r>
              <a:rPr lang="en-US" altLang="en-US" sz="1000" dirty="0" err="1">
                <a:latin typeface="Arial" panose="020B0604020202020204" pitchFamily="34" charset="0"/>
              </a:rPr>
              <a:t>Melnykova</a:t>
            </a:r>
            <a:r>
              <a:rPr lang="en-US" altLang="en-US" sz="1000" dirty="0">
                <a:latin typeface="Arial" panose="020B0604020202020204" pitchFamily="34" charset="0"/>
              </a:rPr>
              <a:t>, “Multimodal data fusion for depression detection approach,” Computation, vol. 13, no. 1, p. 9, 2025.</a:t>
            </a:r>
          </a:p>
          <a:p>
            <a:pPr marL="228600" lvl="0" indent="-228600" eaLnBrk="0" fontAlgn="base" hangingPunct="0">
              <a:spcBef>
                <a:spcPct val="0"/>
              </a:spcBef>
              <a:spcAft>
                <a:spcPct val="0"/>
              </a:spcAft>
              <a:buFont typeface="+mj-lt"/>
              <a:buAutoNum type="arabicPeriod"/>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[5] H. Yoo and H. Oh, “Depression detection model using multimodal deep learning,” Preprints, 2023.</a:t>
            </a:r>
          </a:p>
          <a:p>
            <a:pPr marL="228600" lvl="0" indent="-228600" eaLnBrk="0" fontAlgn="base" hangingPunct="0">
              <a:spcBef>
                <a:spcPct val="0"/>
              </a:spcBef>
              <a:spcAft>
                <a:spcPct val="0"/>
              </a:spcAft>
              <a:buFont typeface="+mj-lt"/>
              <a:buAutoNum type="arabicPeriod"/>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[6] Z. Xu, Y. Gao, F. Wang, L. Zhang, L. Zhang, J. Wang, and J. Shu, “Depression detection methods based on multimodal fusion of voice and text,” Scientific Reports, vol. 15, p. 21907, 2025.</a:t>
            </a:r>
          </a:p>
          <a:p>
            <a:pPr marL="228600" lvl="0" indent="-228600" eaLnBrk="0" fontAlgn="base" hangingPunct="0">
              <a:spcBef>
                <a:spcPct val="0"/>
              </a:spcBef>
              <a:spcAft>
                <a:spcPct val="0"/>
              </a:spcAft>
              <a:buFont typeface="+mj-lt"/>
              <a:buAutoNum type="arabicPeriod"/>
            </a:pPr>
            <a:endParaRPr lang="en-US" altLang="en-US" sz="1000" dirty="0">
              <a:latin typeface="Arial" panose="020B0604020202020204" pitchFamily="34" charset="0"/>
            </a:endParaRPr>
          </a:p>
          <a:p>
            <a:pPr lvl="0" eaLnBrk="0" fontAlgn="base" hangingPunct="0">
              <a:spcBef>
                <a:spcPct val="0"/>
              </a:spcBef>
              <a:spcAft>
                <a:spcPct val="0"/>
              </a:spcAft>
            </a:pPr>
            <a:r>
              <a:rPr lang="en-US" altLang="en-US" sz="1000" dirty="0">
                <a:latin typeface="Arial" panose="020B0604020202020204" pitchFamily="34" charset="0"/>
              </a:rPr>
              <a:t>[7] J. Park and N. Moon, “Design and implementation of attention depression detection model based on multimodal analysis,” Sustainability, vol. 14, no. 6, p. 3569, 2022.</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4" name="TextShape 3">
            <a:extLst>
              <a:ext uri="{FF2B5EF4-FFF2-40B4-BE49-F238E27FC236}">
                <a16:creationId xmlns:a16="http://schemas.microsoft.com/office/drawing/2014/main" id="{3B0A59DC-778C-BC2A-008D-FF4D74751C5A}"/>
              </a:ext>
            </a:extLst>
          </p:cNvPr>
          <p:cNvSpPr txBox="1"/>
          <p:nvPr/>
        </p:nvSpPr>
        <p:spPr>
          <a:xfrm>
            <a:off x="8613720" y="4729050"/>
            <a:ext cx="456840" cy="356940"/>
          </a:xfrm>
          <a:prstGeom prst="rect">
            <a:avLst/>
          </a:prstGeom>
          <a:noFill/>
          <a:ln>
            <a:noFill/>
          </a:ln>
        </p:spPr>
        <p:txBody>
          <a:bodyPr lIns="90000" tIns="45000" rIns="90000" bIns="4500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24399E-7446-4F74-B823-A4CC295C522F}" type="slidenum">
              <a:rPr kumimoji="0" lang="en-IN" sz="1200" b="0" i="0" u="none" strike="noStrike" kern="1200" cap="none" spc="-1" normalizeH="0" baseline="0" noProof="0">
                <a:ln>
                  <a:noFill/>
                </a:ln>
                <a:solidFill>
                  <a:srgbClr val="B5A989"/>
                </a:solidFill>
                <a:effectLst/>
                <a:uLnTx/>
                <a:uFillTx/>
                <a:latin typeface="Gill Sans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1" normalizeH="0" baseline="0" noProof="0">
              <a:ln>
                <a:noFill/>
              </a:ln>
              <a:solidFill>
                <a:prstClr val="black"/>
              </a:solidFill>
              <a:effectLst/>
              <a:uLnTx/>
              <a:uFillTx/>
              <a:latin typeface="Times New Roman"/>
              <a:ea typeface="+mn-ea"/>
              <a:cs typeface="+mn-cs"/>
            </a:endParaRPr>
          </a:p>
        </p:txBody>
      </p:sp>
      <p:pic>
        <p:nvPicPr>
          <p:cNvPr id="15" name="Picture 2">
            <a:extLst>
              <a:ext uri="{FF2B5EF4-FFF2-40B4-BE49-F238E27FC236}">
                <a16:creationId xmlns:a16="http://schemas.microsoft.com/office/drawing/2014/main" id="{F3E70363-D9DE-7604-304E-B8033D029865}"/>
              </a:ext>
            </a:extLst>
          </p:cNvPr>
          <p:cNvPicPr/>
          <p:nvPr/>
        </p:nvPicPr>
        <p:blipFill>
          <a:blip r:embed="rId2" cstate="print"/>
          <a:stretch/>
        </p:blipFill>
        <p:spPr>
          <a:xfrm>
            <a:off x="8173832" y="1890"/>
            <a:ext cx="970168" cy="913676"/>
          </a:xfrm>
          <a:prstGeom prst="rect">
            <a:avLst/>
          </a:prstGeom>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1435680" y="206010"/>
            <a:ext cx="7497720" cy="856980"/>
          </a:xfrm>
          <a:prstGeom prst="rect">
            <a:avLst/>
          </a:prstGeom>
          <a:noFill/>
          <a:ln>
            <a:noFill/>
          </a:ln>
        </p:spPr>
        <p:txBody>
          <a:bodyPr lIns="90000" tIns="45000" rIns="90000" bIns="45000" anchor="ctr">
            <a:noAutofit/>
          </a:bodyPr>
          <a:lstStyle/>
          <a:p>
            <a:endParaRPr lang="en-US" sz="1800" b="0" strike="noStrike" spc="-1">
              <a:solidFill>
                <a:srgbClr val="000000"/>
              </a:solidFill>
              <a:latin typeface="Gill Sans MT"/>
            </a:endParaRPr>
          </a:p>
        </p:txBody>
      </p:sp>
      <p:sp>
        <p:nvSpPr>
          <p:cNvPr id="125" name="TextShape 2"/>
          <p:cNvSpPr txBox="1"/>
          <p:nvPr/>
        </p:nvSpPr>
        <p:spPr>
          <a:xfrm>
            <a:off x="8613720" y="4729050"/>
            <a:ext cx="456840" cy="356940"/>
          </a:xfrm>
          <a:prstGeom prst="rect">
            <a:avLst/>
          </a:prstGeom>
          <a:noFill/>
          <a:ln>
            <a:noFill/>
          </a:ln>
        </p:spPr>
        <p:txBody>
          <a:bodyPr lIns="90000" tIns="45000" rIns="90000" bIns="45000" anchor="b">
            <a:noAutofit/>
          </a:bodyPr>
          <a:lstStyle/>
          <a:p>
            <a:pPr algn="ctr">
              <a:lnSpc>
                <a:spcPct val="100000"/>
              </a:lnSpc>
            </a:pPr>
            <a:fld id="{087FA15C-8669-41A7-83ED-7B46D054D84B}" type="slidenum">
              <a:rPr lang="en-IN" sz="1200" b="0" strike="noStrike" spc="-1">
                <a:solidFill>
                  <a:srgbClr val="B5A989"/>
                </a:solidFill>
                <a:latin typeface="Gill Sans MT"/>
              </a:rPr>
              <a:pPr algn="ctr">
                <a:lnSpc>
                  <a:spcPct val="100000"/>
                </a:lnSpc>
              </a:pPr>
              <a:t>35</a:t>
            </a:fld>
            <a:endParaRPr lang="en-IN" sz="1200" b="0" strike="noStrike" spc="-1">
              <a:latin typeface="Times New Roman"/>
            </a:endParaRPr>
          </a:p>
        </p:txBody>
      </p:sp>
      <p:pic>
        <p:nvPicPr>
          <p:cNvPr id="126" name="Picture 2"/>
          <p:cNvPicPr/>
          <p:nvPr/>
        </p:nvPicPr>
        <p:blipFill>
          <a:blip r:embed="rId2" cstate="print"/>
          <a:stretch/>
        </p:blipFill>
        <p:spPr>
          <a:xfrm>
            <a:off x="1763640" y="1778220"/>
            <a:ext cx="6049800" cy="2215620"/>
          </a:xfrm>
          <a:prstGeom prst="rect">
            <a:avLst/>
          </a:prstGeom>
          <a:ln>
            <a:noFill/>
          </a:ln>
        </p:spPr>
      </p:pic>
      <p:pic>
        <p:nvPicPr>
          <p:cNvPr id="2" name="Picture 2">
            <a:extLst>
              <a:ext uri="{FF2B5EF4-FFF2-40B4-BE49-F238E27FC236}">
                <a16:creationId xmlns:a16="http://schemas.microsoft.com/office/drawing/2014/main" id="{CFD23FDB-7F34-7DAE-BF94-99519F292F5B}"/>
              </a:ext>
            </a:extLst>
          </p:cNvPr>
          <p:cNvPicPr/>
          <p:nvPr/>
        </p:nvPicPr>
        <p:blipFill>
          <a:blip r:embed="rId3" cstate="print"/>
          <a:stretch/>
        </p:blipFill>
        <p:spPr>
          <a:xfrm>
            <a:off x="8173832" y="1890"/>
            <a:ext cx="970168" cy="913676"/>
          </a:xfrm>
          <a:prstGeom prst="rect">
            <a:avLst/>
          </a:prstGeom>
          <a:ln>
            <a:noFill/>
          </a:ln>
        </p:spPr>
      </p:pic>
    </p:spTree>
  </p:cSld>
  <p:clrMapOvr>
    <a:masterClrMapping/>
  </p:clrMapOvr>
</p:sld>
</file>

<file path=ppt/theme/_rels/theme6.xml.rels><?xml version="1.0" encoding="UTF-8" standalone="yes"?>
<Relationships xmlns="http://schemas.openxmlformats.org/package/2006/relationships"><Relationship Id="rId1" Type="http://schemas.openxmlformats.org/officeDocument/2006/relationships/image" Target="../media/image38.jpeg"/></Relationships>
</file>

<file path=ppt/theme/theme1.xml><?xml version="1.0" encoding="utf-8"?>
<a:theme xmlns:a="http://schemas.openxmlformats.org/drawingml/2006/main" name="Minimalist Aesthetics Business Plan XL by Slidesgo">
  <a:themeElements>
    <a:clrScheme name="Simple Light">
      <a:dk1>
        <a:srgbClr val="01083A"/>
      </a:dk1>
      <a:lt1>
        <a:srgbClr val="E5E8FF"/>
      </a:lt1>
      <a:dk2>
        <a:srgbClr val="B9C2FF"/>
      </a:dk2>
      <a:lt2>
        <a:srgbClr val="97A4FF"/>
      </a:lt2>
      <a:accent1>
        <a:srgbClr val="233294"/>
      </a:accent1>
      <a:accent2>
        <a:srgbClr val="FFFFFF"/>
      </a:accent2>
      <a:accent3>
        <a:srgbClr val="FFFFFF"/>
      </a:accent3>
      <a:accent4>
        <a:srgbClr val="FFFFFF"/>
      </a:accent4>
      <a:accent5>
        <a:srgbClr val="FFFFFF"/>
      </a:accent5>
      <a:accent6>
        <a:srgbClr val="FFFFFF"/>
      </a:accent6>
      <a:hlink>
        <a:srgbClr val="0108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ustom Design - PresentationGO">
  <a:themeElements>
    <a:clrScheme name="PGO-105">
      <a:dk1>
        <a:srgbClr val="2B323B"/>
      </a:dk1>
      <a:lt1>
        <a:sysClr val="window" lastClr="FFFFFF"/>
      </a:lt1>
      <a:dk2>
        <a:srgbClr val="5D686E"/>
      </a:dk2>
      <a:lt2>
        <a:srgbClr val="E7E6E6"/>
      </a:lt2>
      <a:accent1>
        <a:srgbClr val="33CAFF"/>
      </a:accent1>
      <a:accent2>
        <a:srgbClr val="4C8BFD"/>
      </a:accent2>
      <a:accent3>
        <a:srgbClr val="F6F7FC"/>
      </a:accent3>
      <a:accent4>
        <a:srgbClr val="BFCBD9"/>
      </a:accent4>
      <a:accent5>
        <a:srgbClr val="4C8BFD"/>
      </a:accent5>
      <a:accent6>
        <a:srgbClr val="4C8BFD"/>
      </a:accent6>
      <a:hlink>
        <a:srgbClr val="33CAFF"/>
      </a:hlink>
      <a:folHlink>
        <a:srgbClr val="33CA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78B1EDBC-4A95-4303-94E3-B14C14EBEA23}"/>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105_T_PGO_XXX-4_3" id="{12A9651B-B69D-4074-B168-9BA4D48989F5}" vid="{8E044A80-51C6-4156-9123-ACBB6F9A67F4}"/>
    </a:ext>
  </a:extLst>
</a:theme>
</file>

<file path=ppt/theme/theme6.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Solstice</Template>
  <TotalTime>7403</TotalTime>
  <Words>2880</Words>
  <Application>Microsoft Office PowerPoint</Application>
  <PresentationFormat>On-screen Show (16:9)</PresentationFormat>
  <Paragraphs>404</Paragraphs>
  <Slides>35</Slides>
  <Notes>14</Notes>
  <HiddenSlides>0</HiddenSlides>
  <MMClips>0</MMClips>
  <ScaleCrop>false</ScaleCrop>
  <HeadingPairs>
    <vt:vector size="6" baseType="variant">
      <vt:variant>
        <vt:lpstr>Fonts Used</vt:lpstr>
      </vt:variant>
      <vt:variant>
        <vt:i4>20</vt:i4>
      </vt:variant>
      <vt:variant>
        <vt:lpstr>Theme</vt:lpstr>
      </vt:variant>
      <vt:variant>
        <vt:i4>6</vt:i4>
      </vt:variant>
      <vt:variant>
        <vt:lpstr>Slide Titles</vt:lpstr>
      </vt:variant>
      <vt:variant>
        <vt:i4>35</vt:i4>
      </vt:variant>
    </vt:vector>
  </HeadingPairs>
  <TitlesOfParts>
    <vt:vector size="61" baseType="lpstr">
      <vt:lpstr>MS Mincho</vt:lpstr>
      <vt:lpstr>Anaheim</vt:lpstr>
      <vt:lpstr>Aptos</vt:lpstr>
      <vt:lpstr>Arial</vt:lpstr>
      <vt:lpstr>Bahnschrift SemiBold</vt:lpstr>
      <vt:lpstr>Bebas Neue</vt:lpstr>
      <vt:lpstr>Calibri</vt:lpstr>
      <vt:lpstr>Calibri Light</vt:lpstr>
      <vt:lpstr>Cambria</vt:lpstr>
      <vt:lpstr>Cardo</vt:lpstr>
      <vt:lpstr>Gill Sans MT</vt:lpstr>
      <vt:lpstr>Josefin Sans</vt:lpstr>
      <vt:lpstr>Open Sans</vt:lpstr>
      <vt:lpstr>Proxima Nova</vt:lpstr>
      <vt:lpstr>Proxima Nova Semibold</vt:lpstr>
      <vt:lpstr>Quicksand</vt:lpstr>
      <vt:lpstr>Roboto Condensed Light</vt:lpstr>
      <vt:lpstr>Symbol</vt:lpstr>
      <vt:lpstr>Times New Roman</vt:lpstr>
      <vt:lpstr>Wingdings</vt:lpstr>
      <vt:lpstr>Minimalist Aesthetics Business Plan XL by Slidesgo</vt:lpstr>
      <vt:lpstr>Slidesgo Final Pages</vt:lpstr>
      <vt:lpstr>1_Slidesgo Final Pages</vt:lpstr>
      <vt:lpstr>1_Custom Design - PresentationGO</vt:lpstr>
      <vt:lpstr>Custom Design</vt:lpstr>
      <vt:lpstr>Clarity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BARNALI SAHU</dc:creator>
  <cp:lastModifiedBy>PRABYASACHI MOHANTY</cp:lastModifiedBy>
  <cp:revision>99</cp:revision>
  <dcterms:created xsi:type="dcterms:W3CDTF">2023-04-24T05:50:18Z</dcterms:created>
  <dcterms:modified xsi:type="dcterms:W3CDTF">2026-05-27T04:25:24Z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8</vt:i4>
  </property>
</Properties>
</file>